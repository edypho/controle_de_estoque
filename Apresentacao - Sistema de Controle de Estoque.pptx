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256" r:id="rId5"/>
    <p:sldId id="260" r:id="rId6"/>
    <p:sldId id="261" r:id="rId7"/>
    <p:sldId id="262" r:id="rId8"/>
    <p:sldId id="263" r:id="rId9"/>
    <p:sldId id="266" r:id="rId10"/>
    <p:sldId id="264" r:id="rId11"/>
    <p:sldId id="265" r:id="rId12"/>
    <p:sldId id="259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AEEFED-A8A7-4543-B9B6-D38920004407}" v="7" dt="2026-06-26T22:35:11.4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652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45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UNO KOSTIUK" userId="f1960def-9a98-474c-8ced-dd156e013716" providerId="ADAL" clId="{2B2E5DDA-E6A6-450D-B02B-3230EBB8E812}"/>
    <pc:docChg chg="undo redo custSel addSld delSld modSld">
      <pc:chgData name="BRUNO KOSTIUK" userId="f1960def-9a98-474c-8ced-dd156e013716" providerId="ADAL" clId="{2B2E5DDA-E6A6-450D-B02B-3230EBB8E812}" dt="2026-06-26T22:33:59.797" v="1980" actId="242"/>
      <pc:docMkLst>
        <pc:docMk/>
      </pc:docMkLst>
      <pc:sldChg chg="addSp modSp mod">
        <pc:chgData name="BRUNO KOSTIUK" userId="f1960def-9a98-474c-8ced-dd156e013716" providerId="ADAL" clId="{2B2E5DDA-E6A6-450D-B02B-3230EBB8E812}" dt="2026-06-26T22:33:59.797" v="1980" actId="242"/>
        <pc:sldMkLst>
          <pc:docMk/>
          <pc:sldMk cId="1198054014" sldId="256"/>
        </pc:sldMkLst>
        <pc:spChg chg="add mod">
          <ac:chgData name="BRUNO KOSTIUK" userId="f1960def-9a98-474c-8ced-dd156e013716" providerId="ADAL" clId="{2B2E5DDA-E6A6-450D-B02B-3230EBB8E812}" dt="2026-06-26T22:33:50.670" v="1979" actId="14100"/>
          <ac:spMkLst>
            <pc:docMk/>
            <pc:sldMk cId="1198054014" sldId="256"/>
            <ac:spMk id="2" creationId="{6DFED2CE-AEE4-88EB-446D-086A8EE5E7A1}"/>
          </ac:spMkLst>
        </pc:spChg>
        <pc:spChg chg="add mod">
          <ac:chgData name="BRUNO KOSTIUK" userId="f1960def-9a98-474c-8ced-dd156e013716" providerId="ADAL" clId="{2B2E5DDA-E6A6-450D-B02B-3230EBB8E812}" dt="2026-06-26T22:33:59.797" v="1980" actId="242"/>
          <ac:spMkLst>
            <pc:docMk/>
            <pc:sldMk cId="1198054014" sldId="256"/>
            <ac:spMk id="3" creationId="{08417B08-6E0D-9D8E-3C11-76BFC1C53953}"/>
          </ac:spMkLst>
        </pc:spChg>
        <pc:spChg chg="mod">
          <ac:chgData name="BRUNO KOSTIUK" userId="f1960def-9a98-474c-8ced-dd156e013716" providerId="ADAL" clId="{2B2E5DDA-E6A6-450D-B02B-3230EBB8E812}" dt="2026-06-26T22:33:05.341" v="1974" actId="1076"/>
          <ac:spMkLst>
            <pc:docMk/>
            <pc:sldMk cId="1198054014" sldId="256"/>
            <ac:spMk id="7" creationId="{15DC0350-2C41-48CF-F69F-AFDC8A17D067}"/>
          </ac:spMkLst>
        </pc:spChg>
      </pc:sldChg>
      <pc:sldChg chg="modSp mod">
        <pc:chgData name="BRUNO KOSTIUK" userId="f1960def-9a98-474c-8ced-dd156e013716" providerId="ADAL" clId="{2B2E5DDA-E6A6-450D-B02B-3230EBB8E812}" dt="2026-06-26T22:31:58.026" v="1873" actId="20577"/>
        <pc:sldMkLst>
          <pc:docMk/>
          <pc:sldMk cId="3919308595" sldId="260"/>
        </pc:sldMkLst>
        <pc:spChg chg="mod">
          <ac:chgData name="BRUNO KOSTIUK" userId="f1960def-9a98-474c-8ced-dd156e013716" providerId="ADAL" clId="{2B2E5DDA-E6A6-450D-B02B-3230EBB8E812}" dt="2026-06-26T22:24:17.408" v="366" actId="20577"/>
          <ac:spMkLst>
            <pc:docMk/>
            <pc:sldMk cId="3919308595" sldId="260"/>
            <ac:spMk id="4" creationId="{CB72E6D1-E7F1-6339-7DDB-A3DD179DD989}"/>
          </ac:spMkLst>
        </pc:spChg>
        <pc:spChg chg="mod">
          <ac:chgData name="BRUNO KOSTIUK" userId="f1960def-9a98-474c-8ced-dd156e013716" providerId="ADAL" clId="{2B2E5DDA-E6A6-450D-B02B-3230EBB8E812}" dt="2026-06-26T22:31:58.026" v="1873" actId="20577"/>
          <ac:spMkLst>
            <pc:docMk/>
            <pc:sldMk cId="3919308595" sldId="260"/>
            <ac:spMk id="6" creationId="{405FFCEB-EC8C-7DFA-2AD1-CC92D8FE6689}"/>
          </ac:spMkLst>
        </pc:spChg>
      </pc:sldChg>
      <pc:sldChg chg="modSp add mod">
        <pc:chgData name="BRUNO KOSTIUK" userId="f1960def-9a98-474c-8ced-dd156e013716" providerId="ADAL" clId="{2B2E5DDA-E6A6-450D-B02B-3230EBB8E812}" dt="2026-06-26T22:26:11.214" v="729" actId="20577"/>
        <pc:sldMkLst>
          <pc:docMk/>
          <pc:sldMk cId="64312404" sldId="261"/>
        </pc:sldMkLst>
        <pc:spChg chg="mod">
          <ac:chgData name="BRUNO KOSTIUK" userId="f1960def-9a98-474c-8ced-dd156e013716" providerId="ADAL" clId="{2B2E5DDA-E6A6-450D-B02B-3230EBB8E812}" dt="2026-06-26T22:25:42.562" v="614" actId="20577"/>
          <ac:spMkLst>
            <pc:docMk/>
            <pc:sldMk cId="64312404" sldId="261"/>
            <ac:spMk id="4" creationId="{46F456AD-CB06-C5F1-9C79-D6B702E2D3AC}"/>
          </ac:spMkLst>
        </pc:spChg>
        <pc:spChg chg="mod">
          <ac:chgData name="BRUNO KOSTIUK" userId="f1960def-9a98-474c-8ced-dd156e013716" providerId="ADAL" clId="{2B2E5DDA-E6A6-450D-B02B-3230EBB8E812}" dt="2026-06-26T22:26:11.214" v="729" actId="20577"/>
          <ac:spMkLst>
            <pc:docMk/>
            <pc:sldMk cId="64312404" sldId="261"/>
            <ac:spMk id="6" creationId="{FB26EBA1-1C5B-EC3B-A936-C3A4DB0C34C6}"/>
          </ac:spMkLst>
        </pc:spChg>
      </pc:sldChg>
      <pc:sldChg chg="del">
        <pc:chgData name="BRUNO KOSTIUK" userId="f1960def-9a98-474c-8ced-dd156e013716" providerId="ADAL" clId="{2B2E5DDA-E6A6-450D-B02B-3230EBB8E812}" dt="2026-06-26T22:15:06.483" v="0" actId="47"/>
        <pc:sldMkLst>
          <pc:docMk/>
          <pc:sldMk cId="918788387" sldId="261"/>
        </pc:sldMkLst>
      </pc:sldChg>
      <pc:sldChg chg="modSp add mod">
        <pc:chgData name="BRUNO KOSTIUK" userId="f1960def-9a98-474c-8ced-dd156e013716" providerId="ADAL" clId="{2B2E5DDA-E6A6-450D-B02B-3230EBB8E812}" dt="2026-06-26T22:32:34.472" v="1967" actId="5793"/>
        <pc:sldMkLst>
          <pc:docMk/>
          <pc:sldMk cId="3170160259" sldId="262"/>
        </pc:sldMkLst>
        <pc:spChg chg="mod">
          <ac:chgData name="BRUNO KOSTIUK" userId="f1960def-9a98-474c-8ced-dd156e013716" providerId="ADAL" clId="{2B2E5DDA-E6A6-450D-B02B-3230EBB8E812}" dt="2026-06-26T22:26:27.654" v="753" actId="20577"/>
          <ac:spMkLst>
            <pc:docMk/>
            <pc:sldMk cId="3170160259" sldId="262"/>
            <ac:spMk id="4" creationId="{AEFD72E2-3AB0-ECF7-6723-AF43A05DEA1D}"/>
          </ac:spMkLst>
        </pc:spChg>
        <pc:spChg chg="mod">
          <ac:chgData name="BRUNO KOSTIUK" userId="f1960def-9a98-474c-8ced-dd156e013716" providerId="ADAL" clId="{2B2E5DDA-E6A6-450D-B02B-3230EBB8E812}" dt="2026-06-26T22:32:34.472" v="1967" actId="5793"/>
          <ac:spMkLst>
            <pc:docMk/>
            <pc:sldMk cId="3170160259" sldId="262"/>
            <ac:spMk id="6" creationId="{94B73CBC-789C-BD59-BA6C-5BC983854EDA}"/>
          </ac:spMkLst>
        </pc:spChg>
      </pc:sldChg>
      <pc:sldChg chg="modSp add mod">
        <pc:chgData name="BRUNO KOSTIUK" userId="f1960def-9a98-474c-8ced-dd156e013716" providerId="ADAL" clId="{2B2E5DDA-E6A6-450D-B02B-3230EBB8E812}" dt="2026-06-26T22:29:10.586" v="1400" actId="20577"/>
        <pc:sldMkLst>
          <pc:docMk/>
          <pc:sldMk cId="828116692" sldId="263"/>
        </pc:sldMkLst>
        <pc:spChg chg="mod">
          <ac:chgData name="BRUNO KOSTIUK" userId="f1960def-9a98-474c-8ced-dd156e013716" providerId="ADAL" clId="{2B2E5DDA-E6A6-450D-B02B-3230EBB8E812}" dt="2026-06-26T22:27:09.202" v="898" actId="20577"/>
          <ac:spMkLst>
            <pc:docMk/>
            <pc:sldMk cId="828116692" sldId="263"/>
            <ac:spMk id="4" creationId="{DA1D8A32-44FC-2FBE-7674-FE1756642A37}"/>
          </ac:spMkLst>
        </pc:spChg>
        <pc:spChg chg="mod">
          <ac:chgData name="BRUNO KOSTIUK" userId="f1960def-9a98-474c-8ced-dd156e013716" providerId="ADAL" clId="{2B2E5DDA-E6A6-450D-B02B-3230EBB8E812}" dt="2026-06-26T22:29:10.586" v="1400" actId="20577"/>
          <ac:spMkLst>
            <pc:docMk/>
            <pc:sldMk cId="828116692" sldId="263"/>
            <ac:spMk id="6" creationId="{1BA0F125-EA6D-39F4-3E26-DB7F6CAE5D5B}"/>
          </ac:spMkLst>
        </pc:spChg>
      </pc:sldChg>
      <pc:sldChg chg="modSp add mod">
        <pc:chgData name="BRUNO KOSTIUK" userId="f1960def-9a98-474c-8ced-dd156e013716" providerId="ADAL" clId="{2B2E5DDA-E6A6-450D-B02B-3230EBB8E812}" dt="2026-06-26T22:28:13.604" v="1160" actId="20577"/>
        <pc:sldMkLst>
          <pc:docMk/>
          <pc:sldMk cId="1765950118" sldId="264"/>
        </pc:sldMkLst>
        <pc:spChg chg="mod">
          <ac:chgData name="BRUNO KOSTIUK" userId="f1960def-9a98-474c-8ced-dd156e013716" providerId="ADAL" clId="{2B2E5DDA-E6A6-450D-B02B-3230EBB8E812}" dt="2026-06-26T22:27:41.141" v="1007" actId="20577"/>
          <ac:spMkLst>
            <pc:docMk/>
            <pc:sldMk cId="1765950118" sldId="264"/>
            <ac:spMk id="4" creationId="{6EF16792-4F8F-7C08-3BA5-EFD5F828E4B4}"/>
          </ac:spMkLst>
        </pc:spChg>
        <pc:spChg chg="mod">
          <ac:chgData name="BRUNO KOSTIUK" userId="f1960def-9a98-474c-8ced-dd156e013716" providerId="ADAL" clId="{2B2E5DDA-E6A6-450D-B02B-3230EBB8E812}" dt="2026-06-26T22:28:13.604" v="1160" actId="20577"/>
          <ac:spMkLst>
            <pc:docMk/>
            <pc:sldMk cId="1765950118" sldId="264"/>
            <ac:spMk id="6" creationId="{FB3C2F66-B039-CE9A-E10C-6EB6391E6BE6}"/>
          </ac:spMkLst>
        </pc:spChg>
      </pc:sldChg>
      <pc:sldChg chg="modSp add mod">
        <pc:chgData name="BRUNO KOSTIUK" userId="f1960def-9a98-474c-8ced-dd156e013716" providerId="ADAL" clId="{2B2E5DDA-E6A6-450D-B02B-3230EBB8E812}" dt="2026-06-26T22:31:04.851" v="1716" actId="20577"/>
        <pc:sldMkLst>
          <pc:docMk/>
          <pc:sldMk cId="2191148001" sldId="265"/>
        </pc:sldMkLst>
        <pc:spChg chg="mod">
          <ac:chgData name="BRUNO KOSTIUK" userId="f1960def-9a98-474c-8ced-dd156e013716" providerId="ADAL" clId="{2B2E5DDA-E6A6-450D-B02B-3230EBB8E812}" dt="2026-06-26T22:29:27.106" v="1407" actId="20577"/>
          <ac:spMkLst>
            <pc:docMk/>
            <pc:sldMk cId="2191148001" sldId="265"/>
            <ac:spMk id="4" creationId="{49A34A33-D76C-1359-A81E-53F8B7E04EB9}"/>
          </ac:spMkLst>
        </pc:spChg>
        <pc:spChg chg="mod">
          <ac:chgData name="BRUNO KOSTIUK" userId="f1960def-9a98-474c-8ced-dd156e013716" providerId="ADAL" clId="{2B2E5DDA-E6A6-450D-B02B-3230EBB8E812}" dt="2026-06-26T22:31:04.851" v="1716" actId="20577"/>
          <ac:spMkLst>
            <pc:docMk/>
            <pc:sldMk cId="2191148001" sldId="265"/>
            <ac:spMk id="6" creationId="{8395ECBC-0748-145F-6AD3-C54F84EF36DF}"/>
          </ac:spMkLst>
        </pc:spChg>
      </pc:sldChg>
      <pc:sldChg chg="del">
        <pc:chgData name="BRUNO KOSTIUK" userId="f1960def-9a98-474c-8ced-dd156e013716" providerId="ADAL" clId="{2B2E5DDA-E6A6-450D-B02B-3230EBB8E812}" dt="2026-06-26T22:15:06.483" v="0" actId="47"/>
        <pc:sldMkLst>
          <pc:docMk/>
          <pc:sldMk cId="60116319" sldId="270"/>
        </pc:sldMkLst>
      </pc:sldChg>
      <pc:sldChg chg="del">
        <pc:chgData name="BRUNO KOSTIUK" userId="f1960def-9a98-474c-8ced-dd156e013716" providerId="ADAL" clId="{2B2E5DDA-E6A6-450D-B02B-3230EBB8E812}" dt="2026-06-26T22:15:06.483" v="0" actId="47"/>
        <pc:sldMkLst>
          <pc:docMk/>
          <pc:sldMk cId="252958330" sldId="274"/>
        </pc:sldMkLst>
      </pc:sldChg>
      <pc:sldChg chg="del">
        <pc:chgData name="BRUNO KOSTIUK" userId="f1960def-9a98-474c-8ced-dd156e013716" providerId="ADAL" clId="{2B2E5DDA-E6A6-450D-B02B-3230EBB8E812}" dt="2026-06-26T22:15:06.483" v="0" actId="47"/>
        <pc:sldMkLst>
          <pc:docMk/>
          <pc:sldMk cId="1629555318" sldId="275"/>
        </pc:sldMkLst>
      </pc:sldChg>
      <pc:sldChg chg="del">
        <pc:chgData name="BRUNO KOSTIUK" userId="f1960def-9a98-474c-8ced-dd156e013716" providerId="ADAL" clId="{2B2E5DDA-E6A6-450D-B02B-3230EBB8E812}" dt="2026-06-26T22:15:06.483" v="0" actId="47"/>
        <pc:sldMkLst>
          <pc:docMk/>
          <pc:sldMk cId="3319584890" sldId="276"/>
        </pc:sldMkLst>
      </pc:sldChg>
      <pc:sldChg chg="del">
        <pc:chgData name="BRUNO KOSTIUK" userId="f1960def-9a98-474c-8ced-dd156e013716" providerId="ADAL" clId="{2B2E5DDA-E6A6-450D-B02B-3230EBB8E812}" dt="2026-06-26T22:15:06.483" v="0" actId="47"/>
        <pc:sldMkLst>
          <pc:docMk/>
          <pc:sldMk cId="4248344796" sldId="277"/>
        </pc:sldMkLst>
      </pc:sldChg>
      <pc:sldChg chg="del">
        <pc:chgData name="BRUNO KOSTIUK" userId="f1960def-9a98-474c-8ced-dd156e013716" providerId="ADAL" clId="{2B2E5DDA-E6A6-450D-B02B-3230EBB8E812}" dt="2026-06-26T22:15:06.483" v="0" actId="47"/>
        <pc:sldMkLst>
          <pc:docMk/>
          <pc:sldMk cId="3613987348" sldId="278"/>
        </pc:sldMkLst>
      </pc:sldChg>
      <pc:sldChg chg="del">
        <pc:chgData name="BRUNO KOSTIUK" userId="f1960def-9a98-474c-8ced-dd156e013716" providerId="ADAL" clId="{2B2E5DDA-E6A6-450D-B02B-3230EBB8E812}" dt="2026-06-26T22:15:06.483" v="0" actId="47"/>
        <pc:sldMkLst>
          <pc:docMk/>
          <pc:sldMk cId="1520693634" sldId="279"/>
        </pc:sldMkLst>
      </pc:sldChg>
      <pc:sldChg chg="del">
        <pc:chgData name="BRUNO KOSTIUK" userId="f1960def-9a98-474c-8ced-dd156e013716" providerId="ADAL" clId="{2B2E5DDA-E6A6-450D-B02B-3230EBB8E812}" dt="2026-06-26T22:15:06.483" v="0" actId="47"/>
        <pc:sldMkLst>
          <pc:docMk/>
          <pc:sldMk cId="2852270535" sldId="281"/>
        </pc:sldMkLst>
      </pc:sldChg>
      <pc:sldChg chg="del">
        <pc:chgData name="BRUNO KOSTIUK" userId="f1960def-9a98-474c-8ced-dd156e013716" providerId="ADAL" clId="{2B2E5DDA-E6A6-450D-B02B-3230EBB8E812}" dt="2026-06-26T22:15:06.483" v="0" actId="47"/>
        <pc:sldMkLst>
          <pc:docMk/>
          <pc:sldMk cId="1006880397" sldId="282"/>
        </pc:sldMkLst>
      </pc:sldChg>
      <pc:sldChg chg="del">
        <pc:chgData name="BRUNO KOSTIUK" userId="f1960def-9a98-474c-8ced-dd156e013716" providerId="ADAL" clId="{2B2E5DDA-E6A6-450D-B02B-3230EBB8E812}" dt="2026-06-26T22:15:06.483" v="0" actId="47"/>
        <pc:sldMkLst>
          <pc:docMk/>
          <pc:sldMk cId="3202973764" sldId="283"/>
        </pc:sldMkLst>
      </pc:sldChg>
      <pc:sldChg chg="del">
        <pc:chgData name="BRUNO KOSTIUK" userId="f1960def-9a98-474c-8ced-dd156e013716" providerId="ADAL" clId="{2B2E5DDA-E6A6-450D-B02B-3230EBB8E812}" dt="2026-06-26T22:15:06.483" v="0" actId="47"/>
        <pc:sldMkLst>
          <pc:docMk/>
          <pc:sldMk cId="4041688809" sldId="284"/>
        </pc:sldMkLst>
      </pc:sldChg>
      <pc:sldChg chg="del">
        <pc:chgData name="BRUNO KOSTIUK" userId="f1960def-9a98-474c-8ced-dd156e013716" providerId="ADAL" clId="{2B2E5DDA-E6A6-450D-B02B-3230EBB8E812}" dt="2026-06-26T22:15:06.483" v="0" actId="47"/>
        <pc:sldMkLst>
          <pc:docMk/>
          <pc:sldMk cId="4157221184" sldId="285"/>
        </pc:sldMkLst>
      </pc:sldChg>
      <pc:sldChg chg="del">
        <pc:chgData name="BRUNO KOSTIUK" userId="f1960def-9a98-474c-8ced-dd156e013716" providerId="ADAL" clId="{2B2E5DDA-E6A6-450D-B02B-3230EBB8E812}" dt="2026-06-26T22:15:06.483" v="0" actId="47"/>
        <pc:sldMkLst>
          <pc:docMk/>
          <pc:sldMk cId="2371275496" sldId="286"/>
        </pc:sldMkLst>
      </pc:sldChg>
      <pc:sldChg chg="del">
        <pc:chgData name="BRUNO KOSTIUK" userId="f1960def-9a98-474c-8ced-dd156e013716" providerId="ADAL" clId="{2B2E5DDA-E6A6-450D-B02B-3230EBB8E812}" dt="2026-06-26T22:15:06.483" v="0" actId="47"/>
        <pc:sldMkLst>
          <pc:docMk/>
          <pc:sldMk cId="2306801748" sldId="287"/>
        </pc:sldMkLst>
      </pc:sldChg>
      <pc:sldChg chg="del">
        <pc:chgData name="BRUNO KOSTIUK" userId="f1960def-9a98-474c-8ced-dd156e013716" providerId="ADAL" clId="{2B2E5DDA-E6A6-450D-B02B-3230EBB8E812}" dt="2026-06-26T22:15:06.483" v="0" actId="47"/>
        <pc:sldMkLst>
          <pc:docMk/>
          <pc:sldMk cId="695307859" sldId="288"/>
        </pc:sldMkLst>
      </pc:sldChg>
      <pc:sldChg chg="del">
        <pc:chgData name="BRUNO KOSTIUK" userId="f1960def-9a98-474c-8ced-dd156e013716" providerId="ADAL" clId="{2B2E5DDA-E6A6-450D-B02B-3230EBB8E812}" dt="2026-06-26T22:15:06.483" v="0" actId="47"/>
        <pc:sldMkLst>
          <pc:docMk/>
          <pc:sldMk cId="2464591728" sldId="290"/>
        </pc:sldMkLst>
      </pc:sldChg>
      <pc:sldChg chg="del">
        <pc:chgData name="BRUNO KOSTIUK" userId="f1960def-9a98-474c-8ced-dd156e013716" providerId="ADAL" clId="{2B2E5DDA-E6A6-450D-B02B-3230EBB8E812}" dt="2026-06-26T22:15:06.483" v="0" actId="47"/>
        <pc:sldMkLst>
          <pc:docMk/>
          <pc:sldMk cId="2249546045" sldId="291"/>
        </pc:sldMkLst>
      </pc:sldChg>
      <pc:sldChg chg="del">
        <pc:chgData name="BRUNO KOSTIUK" userId="f1960def-9a98-474c-8ced-dd156e013716" providerId="ADAL" clId="{2B2E5DDA-E6A6-450D-B02B-3230EBB8E812}" dt="2026-06-26T22:15:06.483" v="0" actId="47"/>
        <pc:sldMkLst>
          <pc:docMk/>
          <pc:sldMk cId="1505617814" sldId="292"/>
        </pc:sldMkLst>
      </pc:sldChg>
      <pc:sldChg chg="del">
        <pc:chgData name="BRUNO KOSTIUK" userId="f1960def-9a98-474c-8ced-dd156e013716" providerId="ADAL" clId="{2B2E5DDA-E6A6-450D-B02B-3230EBB8E812}" dt="2026-06-26T22:15:06.483" v="0" actId="47"/>
        <pc:sldMkLst>
          <pc:docMk/>
          <pc:sldMk cId="985770119" sldId="29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319FE7-FE5F-42F6-BB8A-8EF12BF63772}" type="datetimeFigureOut">
              <a:rPr lang="pt-BR" smtClean="0"/>
              <a:t>16/07/26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7FD6D4-2804-4AF1-B907-9443F96421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5637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782277-B002-D663-3DD5-D2F19A24B6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532B347-80D7-B6C8-C85F-9788839A49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286ECE6-CEE4-9E01-B705-57D1E9200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F6873-2674-4C65-B5DF-B60B4295D2D8}" type="datetimeFigureOut">
              <a:rPr lang="pt-BR" smtClean="0"/>
              <a:t>16/07/26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A34B3F-A5C8-8FBD-C258-CBB1D024B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07E4F8-C7D5-9686-F997-A0A4F9F17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A112-AC20-4F49-951C-71F9C2CB76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4078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B8EA5B-E885-9684-CA94-C1DC0CCD2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8A4A54-DAC1-2846-A7A7-0E2203498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7CC416B-22F1-6C80-7A42-6D4E56918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F6873-2674-4C65-B5DF-B60B4295D2D8}" type="datetimeFigureOut">
              <a:rPr lang="pt-BR" smtClean="0"/>
              <a:t>16/07/26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B25DA0C-ED73-934A-0027-9A95DC08C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1755A6-3518-D0D7-8441-4F932D83C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A112-AC20-4F49-951C-71F9C2CB76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8113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7E2E36-75A8-318D-E73D-113D21CDE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BB0C238-5B55-9EAC-F84A-D5FCB5732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D78E13A-7A75-99A2-EE7E-52E9114ED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F6873-2674-4C65-B5DF-B60B4295D2D8}" type="datetimeFigureOut">
              <a:rPr lang="pt-BR" smtClean="0"/>
              <a:t>16/07/26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2A47FD-860C-5D09-FD10-DCA2B03AF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028E71-4B98-0505-55B5-623B4E9A2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A112-AC20-4F49-951C-71F9C2CB76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477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48E27F-C3F1-E071-E283-9BE8038C7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6745C7-59EF-E2FC-2C1C-DD448166A5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3BE4F04-510E-A6DD-033B-2408CC190D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7BEDAD4-64E8-E133-3930-24D26B0E4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F6873-2674-4C65-B5DF-B60B4295D2D8}" type="datetimeFigureOut">
              <a:rPr lang="pt-BR" smtClean="0"/>
              <a:t>16/07/26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CFC4CF1-E7DB-3DAF-0E3A-C062D99E7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96E0E77-80A0-2430-6A2C-34CE16C5B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A112-AC20-4F49-951C-71F9C2CB76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6036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0062D4-4CDA-6B74-1320-D066878B2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B0C0205-0413-70CB-F1AB-25A4D5EC43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09AC2C8-FA19-A0E9-CF64-F970B60F66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84D7FE2-C81B-452F-E85A-CE938C07D2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2B1AF5F-1C19-9472-2A53-ECCBCA69E9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A760677-6E6B-DF3A-DA0C-9A3079792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F6873-2674-4C65-B5DF-B60B4295D2D8}" type="datetimeFigureOut">
              <a:rPr lang="pt-BR" smtClean="0"/>
              <a:t>16/07/26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69B8E4D-1FBA-6EDD-F26B-72F102CE6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88309F8-5B45-3517-7A0A-9BADB5E06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A112-AC20-4F49-951C-71F9C2CB76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4792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F1A433-547C-D47C-81A7-C349927BF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3259154-61F8-6132-4520-E21293B91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F6873-2674-4C65-B5DF-B60B4295D2D8}" type="datetimeFigureOut">
              <a:rPr lang="pt-BR" smtClean="0"/>
              <a:t>16/07/26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40EEA95-A810-C356-DF10-9339AE0E4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251E5EA-A3AA-661B-3397-B31FDD9D1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A112-AC20-4F49-951C-71F9C2CB76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1689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4354B4B-81D5-875F-41A6-19A6C0128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F6873-2674-4C65-B5DF-B60B4295D2D8}" type="datetimeFigureOut">
              <a:rPr lang="pt-BR" smtClean="0"/>
              <a:t>16/07/26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2A73DE1-751D-BE1D-7533-E15A759EB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8F6998C-50E1-E0DF-7635-5CC766AF4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A112-AC20-4F49-951C-71F9C2CB76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4438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B26B21-B8A1-E6B0-7DFE-B14C11554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F06E56-137D-451A-E8E7-5DA70029E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7002955-C78C-A29B-DD9B-E7F26BCB47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E1A7A9E-8AE0-63D9-36B5-1CB1DACD1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F6873-2674-4C65-B5DF-B60B4295D2D8}" type="datetimeFigureOut">
              <a:rPr lang="pt-BR" smtClean="0"/>
              <a:t>16/07/26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8D1EE28-078A-A2FE-7226-847E31FFD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3735962-8913-99EB-B3FE-844D170C1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A112-AC20-4F49-951C-71F9C2CB76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6555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6ED8F9-A1BB-1AA8-465A-725F0F1D1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BD7EF06-A53C-769C-8C7A-111196A91E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BDB8A5-3203-6422-0E04-001AB71CD9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5FF746E-E0AD-7BA1-B6F2-8F2DD721B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F6873-2674-4C65-B5DF-B60B4295D2D8}" type="datetimeFigureOut">
              <a:rPr lang="pt-BR" smtClean="0"/>
              <a:t>16/07/26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7922818-B91A-3099-90CE-1638D0A68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7902768-560C-E557-6307-DF6C9A6E8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A112-AC20-4F49-951C-71F9C2CB76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0666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0D8E40-BA0D-FDB9-31EE-B6BDAEDC1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0690E05-DBA1-A2DA-4449-D77F2A1D8B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D78058-4CF6-8328-8C1A-4FD702558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F6873-2674-4C65-B5DF-B60B4295D2D8}" type="datetimeFigureOut">
              <a:rPr lang="pt-BR" smtClean="0"/>
              <a:t>16/07/26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D9AC90-DEE4-D375-2E18-CA18926D4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4985FCF-07E6-F8EE-2CCA-DE340EDC5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A112-AC20-4F49-951C-71F9C2CB76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4787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5CD1C17-0118-C071-E8D9-41C7F6A36F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6C99CA2-4E73-2C17-A54E-316FF63822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061F762-911C-B2A4-4792-534DEA463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F6873-2674-4C65-B5DF-B60B4295D2D8}" type="datetimeFigureOut">
              <a:rPr lang="pt-BR" smtClean="0"/>
              <a:t>16/07/26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35F4812-CFD8-7EC9-5D04-236A85904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F7C92B0-F767-857B-1948-C2CD05A2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A112-AC20-4F49-951C-71F9C2CB76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5879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71FBA84-5BF7-7639-2245-25D1A7BA5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1790D8C-CE82-08B4-1069-180A9A3EC8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F171FBC-4057-CBFD-B32A-3E92842F3A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3F6873-2674-4C65-B5DF-B60B4295D2D8}" type="datetimeFigureOut">
              <a:rPr lang="pt-BR" smtClean="0"/>
              <a:t>16/07/26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03953C9-65AA-298E-F761-12301CA5B2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707A361-F858-83B5-6057-7B6DE98FB4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9DA112-AC20-4F49-951C-71F9C2CB76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2272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dypho/controle_de_estoque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Padrão do plano de fundo&#10;&#10;Descrição gerada automaticamente">
            <a:extLst>
              <a:ext uri="{FF2B5EF4-FFF2-40B4-BE49-F238E27FC236}">
                <a16:creationId xmlns:a16="http://schemas.microsoft.com/office/drawing/2014/main" id="{310139F8-381C-3F40-89B8-384A6B584F1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15DC0350-2C41-48CF-F69F-AFDC8A17D0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1480" y="164592"/>
            <a:ext cx="6492240" cy="685800"/>
          </a:xfrm>
        </p:spPr>
        <p:txBody>
          <a:bodyPr>
            <a:noAutofit/>
          </a:bodyPr>
          <a:lstStyle/>
          <a:p>
            <a:pPr algn="ctr">
              <a:spcAft>
                <a:spcPts val="800"/>
              </a:spcAft>
              <a:defRPr sz="1700" b="0">
                <a:solidFill>
                  <a:srgbClr val="FFFFFF"/>
                </a:solidFill>
                <a:latin typeface="Arial"/>
              </a:defRPr>
            </a:pPr>
            <a:r>
              <a:t>Arquitetura de Sistemas Ciberfísicos e Modelagem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DFED2CE-AEE4-88EB-446D-086A8EE5E7A1}"/>
              </a:ext>
            </a:extLst>
          </p:cNvPr>
          <p:cNvSpPr txBox="1">
            <a:spLocks/>
          </p:cNvSpPr>
          <p:nvPr/>
        </p:nvSpPr>
        <p:spPr>
          <a:xfrm>
            <a:off x="2651760" y="1874519"/>
            <a:ext cx="6035040" cy="594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800"/>
              </a:spcAft>
              <a:defRPr sz="2500" b="1">
                <a:solidFill>
                  <a:srgbClr val="FFFFFF"/>
                </a:solidFill>
                <a:latin typeface="Arial"/>
              </a:defRPr>
            </a:pPr>
            <a:r>
              <a:t>SISTEMA PARA CONTROLE DE ESTOQUE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08417B08-6E0D-9D8E-3C11-76BFC1C53953}"/>
              </a:ext>
            </a:extLst>
          </p:cNvPr>
          <p:cNvSpPr txBox="1">
            <a:spLocks/>
          </p:cNvSpPr>
          <p:nvPr/>
        </p:nvSpPr>
        <p:spPr>
          <a:xfrm>
            <a:off x="3657600" y="2971800"/>
            <a:ext cx="493776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80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rPr dirty="0"/>
              <a:t>Equipe:</a:t>
            </a:r>
            <a:r>
              <a:rPr lang="pt-BR" dirty="0"/>
              <a:t> 02</a:t>
            </a:r>
            <a:endParaRPr dirty="0"/>
          </a:p>
          <a:p>
            <a:pPr algn="ctr">
              <a:spcAft>
                <a:spcPts val="80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rPr dirty="0"/>
              <a:t>Edypho (RU: </a:t>
            </a:r>
            <a:r>
              <a:rPr lang="pt-BR" dirty="0"/>
              <a:t>531457</a:t>
            </a:r>
            <a:r>
              <a:rPr dirty="0"/>
              <a:t>)  |  Lucas (RU: </a:t>
            </a:r>
            <a:r>
              <a:rPr lang="pt-BR" dirty="0"/>
              <a:t>2817426</a:t>
            </a:r>
            <a:r>
              <a:rPr dirty="0"/>
              <a:t>)</a:t>
            </a:r>
          </a:p>
          <a:p>
            <a:pPr algn="ctr">
              <a:spcAft>
                <a:spcPts val="80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rPr dirty="0"/>
              <a:t>Nicollas (RU: </a:t>
            </a:r>
            <a:r>
              <a:rPr lang="pt-BR" dirty="0"/>
              <a:t>5688039</a:t>
            </a:r>
            <a:r>
              <a:rPr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98054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B7819-34B2-80F9-58E8-A8A7DD512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Interface gráfica do usuário, Texto, Aplicativo&#10;&#10;Descrição gerada automaticamente">
            <a:extLst>
              <a:ext uri="{FF2B5EF4-FFF2-40B4-BE49-F238E27FC236}">
                <a16:creationId xmlns:a16="http://schemas.microsoft.com/office/drawing/2014/main" id="{88FAF319-D9B2-3C08-66C8-0C8F7A72595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CB72E6D1-E7F1-6339-7DDB-A3DD179DD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/>
          <a:lstStyle/>
          <a:p>
            <a:pPr>
              <a:spcAft>
                <a:spcPts val="800"/>
              </a:spcAft>
              <a:defRPr sz="2800" b="0">
                <a:solidFill>
                  <a:srgbClr val="1F2937"/>
                </a:solidFill>
                <a:latin typeface="Arial"/>
              </a:defRPr>
            </a:pPr>
            <a:r>
              <a:t>Informações sobre o projeto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05FFCEB-EC8C-7DFA-2AD1-CC92D8FE6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73152" tIns="36576" rIns="73152" bIns="36576"/>
          <a:lstStyle/>
          <a:p>
            <a:pPr>
              <a:spcAft>
                <a:spcPts val="800"/>
              </a:spcAft>
              <a:defRPr sz="2000" b="1">
                <a:solidFill>
                  <a:srgbClr val="005A9C"/>
                </a:solidFill>
                <a:latin typeface="Arial"/>
              </a:defRPr>
            </a:pPr>
            <a:r>
              <a:t>Aplicação web acadêmica para controlar produtos e movimentações de estoque.</a:t>
            </a:r>
          </a:p>
          <a:p>
            <a:pPr>
              <a:spcAft>
                <a:spcPts val="800"/>
              </a:spcAft>
              <a:defRPr sz="2000" b="0">
                <a:solidFill>
                  <a:srgbClr val="475569"/>
                </a:solidFill>
                <a:latin typeface="Arial"/>
              </a:defRPr>
            </a:pPr>
            <a:r>
              <a:t>Edypho — backend em Python, API Flask e integração do sistema.</a:t>
            </a:r>
          </a:p>
          <a:p>
            <a:pPr>
              <a:spcAft>
                <a:spcPts val="800"/>
              </a:spcAft>
              <a:defRPr sz="2000" b="0">
                <a:solidFill>
                  <a:srgbClr val="475569"/>
                </a:solidFill>
                <a:latin typeface="Arial"/>
              </a:defRPr>
            </a:pPr>
            <a:r>
              <a:t>Lucas — banco SQLite, modelagem, saldos das movimentações e seed.</a:t>
            </a:r>
          </a:p>
          <a:p>
            <a:pPr>
              <a:spcAft>
                <a:spcPts val="800"/>
              </a:spcAft>
              <a:defRPr sz="2000" b="0">
                <a:solidFill>
                  <a:srgbClr val="475569"/>
                </a:solidFill>
                <a:latin typeface="Arial"/>
              </a:defRPr>
            </a:pPr>
            <a:r>
              <a:t>Nicollas — frontend em HTML, CSS e JavaScript.</a:t>
            </a:r>
          </a:p>
          <a:p>
            <a:pPr>
              <a:spcAft>
                <a:spcPts val="800"/>
              </a:spcAft>
              <a:defRPr sz="2000" b="0">
                <a:solidFill>
                  <a:srgbClr val="475569"/>
                </a:solidFill>
                <a:latin typeface="Arial"/>
              </a:defRPr>
            </a:pPr>
            <a:r>
              <a:t>A equipe utilizou Git e GitHub para versionamento, integração e revisão.</a:t>
            </a:r>
          </a:p>
          <a:p>
            <a:pPr>
              <a:spcAft>
                <a:spcPts val="800"/>
              </a:spcAft>
              <a:defRPr sz="2000" b="0">
                <a:solidFill>
                  <a:srgbClr val="475569"/>
                </a:solidFill>
                <a:latin typeface="Arial"/>
              </a:defRPr>
            </a:pPr>
            <a:r>
              <a:t>Todos os integrantes participaram da validação e conhecem o fluxo completo do projeto.</a:t>
            </a:r>
          </a:p>
        </p:txBody>
      </p:sp>
    </p:spTree>
    <p:extLst>
      <p:ext uri="{BB962C8B-B14F-4D97-AF65-F5344CB8AC3E}">
        <p14:creationId xmlns:p14="http://schemas.microsoft.com/office/powerpoint/2010/main" val="39193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7DAAF-F513-D9A8-FDDB-7E1397B94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Interface gráfica do usuário, Texto, Aplicativo&#10;&#10;Descrição gerada automaticamente">
            <a:extLst>
              <a:ext uri="{FF2B5EF4-FFF2-40B4-BE49-F238E27FC236}">
                <a16:creationId xmlns:a16="http://schemas.microsoft.com/office/drawing/2014/main" id="{3D23E16F-EB57-DD29-3972-2D422C8557B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46F456AD-CB06-C5F1-9C79-D6B702E2D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/>
          <a:lstStyle/>
          <a:p>
            <a:pPr>
              <a:spcAft>
                <a:spcPts val="800"/>
              </a:spcAft>
              <a:defRPr sz="2800" b="0">
                <a:solidFill>
                  <a:srgbClr val="1F2937"/>
                </a:solidFill>
                <a:latin typeface="Arial"/>
              </a:defRPr>
            </a:pPr>
            <a:r>
              <a:t>Objetivos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B26EBA1-1C5B-EC3B-A936-C3A4DB0C3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73152" tIns="36576" rIns="73152" bIns="36576"/>
          <a:lstStyle/>
          <a:p>
            <a:pPr>
              <a:spcAft>
                <a:spcPts val="800"/>
              </a:spcAft>
              <a:defRPr sz="2200" b="0">
                <a:solidFill>
                  <a:srgbClr val="475569"/>
                </a:solidFill>
                <a:latin typeface="Arial"/>
              </a:defRPr>
            </a:pPr>
            <a:r>
              <a:t>Cadastrar e organizar produtos e categorias.</a:t>
            </a:r>
          </a:p>
          <a:p>
            <a:pPr>
              <a:spcAft>
                <a:spcPts val="800"/>
              </a:spcAft>
              <a:defRPr sz="2200" b="0">
                <a:solidFill>
                  <a:srgbClr val="475569"/>
                </a:solidFill>
                <a:latin typeface="Arial"/>
              </a:defRPr>
            </a:pPr>
            <a:r>
              <a:t>Controlar movimentações de entrada e saída.</a:t>
            </a:r>
          </a:p>
          <a:p>
            <a:pPr>
              <a:spcAft>
                <a:spcPts val="800"/>
              </a:spcAft>
              <a:defRPr sz="2200" b="0">
                <a:solidFill>
                  <a:srgbClr val="475569"/>
                </a:solidFill>
                <a:latin typeface="Arial"/>
              </a:defRPr>
            </a:pPr>
            <a:r>
              <a:t>Calcular automaticamente o saldo disponível.</a:t>
            </a:r>
          </a:p>
          <a:p>
            <a:pPr>
              <a:spcAft>
                <a:spcPts val="800"/>
              </a:spcAft>
              <a:defRPr sz="2200" b="0">
                <a:solidFill>
                  <a:srgbClr val="475569"/>
                </a:solidFill>
                <a:latin typeface="Arial"/>
              </a:defRPr>
            </a:pPr>
            <a:r>
              <a:t>Alertar quando o produto atingir o estoque mínimo.</a:t>
            </a:r>
          </a:p>
          <a:p>
            <a:pPr>
              <a:spcAft>
                <a:spcPts val="800"/>
              </a:spcAft>
              <a:defRPr sz="2200" b="0">
                <a:solidFill>
                  <a:srgbClr val="475569"/>
                </a:solidFill>
                <a:latin typeface="Arial"/>
              </a:defRPr>
            </a:pPr>
            <a:r>
              <a:t>Apresentar relatórios de inventário e movimentações.</a:t>
            </a:r>
          </a:p>
          <a:p>
            <a:pPr>
              <a:spcAft>
                <a:spcPts val="800"/>
              </a:spcAft>
              <a:defRPr sz="2200" b="0">
                <a:solidFill>
                  <a:srgbClr val="475569"/>
                </a:solidFill>
                <a:latin typeface="Arial"/>
              </a:defRPr>
            </a:pPr>
            <a:r>
              <a:t>Manter os dados persistidos em banco SQLite.</a:t>
            </a:r>
          </a:p>
        </p:txBody>
      </p:sp>
    </p:spTree>
    <p:extLst>
      <p:ext uri="{BB962C8B-B14F-4D97-AF65-F5344CB8AC3E}">
        <p14:creationId xmlns:p14="http://schemas.microsoft.com/office/powerpoint/2010/main" val="64312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32742-A2BE-5A69-D9EB-8FF56CEB6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Interface gráfica do usuário, Texto, Aplicativo&#10;&#10;Descrição gerada automaticamente">
            <a:extLst>
              <a:ext uri="{FF2B5EF4-FFF2-40B4-BE49-F238E27FC236}">
                <a16:creationId xmlns:a16="http://schemas.microsoft.com/office/drawing/2014/main" id="{70A27F75-674B-C61F-1817-82841A810B4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AEFD72E2-3AB0-ECF7-6723-AF43A05DE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/>
          <a:lstStyle/>
          <a:p>
            <a:pPr>
              <a:spcAft>
                <a:spcPts val="800"/>
              </a:spcAft>
              <a:defRPr sz="2800" b="0">
                <a:solidFill>
                  <a:srgbClr val="1F2937"/>
                </a:solidFill>
                <a:latin typeface="Arial"/>
              </a:defRPr>
            </a:pPr>
            <a:r>
              <a:t>Desenvolvimento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2926080" cy="11430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FRONTEND</a:t>
            </a:r>
          </a:p>
          <a:p>
            <a:pPr algn="ctr">
              <a:spcAft>
                <a:spcPts val="80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HTML • CSS • JavaScript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1874519"/>
            <a:ext cx="2926080" cy="1143000"/>
          </a:xfrm>
          <a:prstGeom prst="roundRect">
            <a:avLst/>
          </a:prstGeom>
          <a:solidFill>
            <a:srgbClr val="005A9C"/>
          </a:solidFill>
          <a:ln>
            <a:solidFill>
              <a:srgbClr val="005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BACKEND</a:t>
            </a:r>
          </a:p>
          <a:p>
            <a:pPr algn="ctr">
              <a:spcAft>
                <a:spcPts val="80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Python • Flask • API JSON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1874519"/>
            <a:ext cx="2926080" cy="11430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BANCO</a:t>
            </a:r>
          </a:p>
          <a:p>
            <a:pPr algn="ctr">
              <a:spcAft>
                <a:spcPts val="80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SQLite • Persistência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2148840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2800" b="1">
                <a:solidFill>
                  <a:srgbClr val="005A9C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2148840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2800" b="1">
                <a:solidFill>
                  <a:srgbClr val="005A9C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03320"/>
            <a:ext cx="10332720" cy="19659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475569"/>
                </a:solidFill>
                <a:latin typeface="Arial"/>
              </a:defRPr>
            </a:pPr>
            <a:r>
              <a:t>• O JavaScript envia requisições com fetch e recebe respostas em JSON.</a:t>
            </a:r>
          </a:p>
          <a:p>
            <a:pPr>
              <a:spcAft>
                <a:spcPts val="800"/>
              </a:spcAft>
              <a:defRPr sz="1800" b="0">
                <a:solidFill>
                  <a:srgbClr val="475569"/>
                </a:solidFill>
                <a:latin typeface="Arial"/>
              </a:defRPr>
            </a:pPr>
            <a:r>
              <a:t>• O backend valida as regras, registra as movimentações e atualiza o saldo.</a:t>
            </a:r>
          </a:p>
          <a:p>
            <a:pPr>
              <a:spcAft>
                <a:spcPts val="800"/>
              </a:spcAft>
              <a:defRPr sz="1800" b="0">
                <a:solidFill>
                  <a:srgbClr val="475569"/>
                </a:solidFill>
                <a:latin typeface="Arial"/>
              </a:defRPr>
            </a:pPr>
            <a:r>
              <a:t>• O banco é criado e atualizado automaticamente sem apagar dados antigos.</a:t>
            </a:r>
          </a:p>
          <a:p>
            <a:pPr>
              <a:spcAft>
                <a:spcPts val="800"/>
              </a:spcAft>
              <a:defRPr sz="1800" b="0">
                <a:solidFill>
                  <a:srgbClr val="475569"/>
                </a:solidFill>
                <a:latin typeface="Arial"/>
              </a:defRPr>
            </a:pPr>
            <a:r>
              <a:t>• O desenvolvimento foi versionado no GitHub e validado por testes automatizados.</a:t>
            </a:r>
          </a:p>
        </p:txBody>
      </p:sp>
    </p:spTree>
    <p:extLst>
      <p:ext uri="{BB962C8B-B14F-4D97-AF65-F5344CB8AC3E}">
        <p14:creationId xmlns:p14="http://schemas.microsoft.com/office/powerpoint/2010/main" val="3170160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E7009-2E2E-F3D0-55C0-5C94B8E20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Interface gráfica do usuário, Texto, Aplicativo&#10;&#10;Descrição gerada automaticamente">
            <a:extLst>
              <a:ext uri="{FF2B5EF4-FFF2-40B4-BE49-F238E27FC236}">
                <a16:creationId xmlns:a16="http://schemas.microsoft.com/office/drawing/2014/main" id="{B26DC994-1037-B574-0956-14914E31BC8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DA1D8A32-44FC-2FBE-7674-FE1756642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/>
          <a:lstStyle/>
          <a:p>
            <a:pPr>
              <a:spcAft>
                <a:spcPts val="800"/>
              </a:spcAft>
              <a:defRPr sz="2800" b="0">
                <a:solidFill>
                  <a:srgbClr val="1F2937"/>
                </a:solidFill>
                <a:latin typeface="Arial"/>
              </a:defRPr>
            </a:pPr>
            <a:r>
              <a:t>Funcionalidades principais</a:t>
            </a:r>
          </a:p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25880"/>
            <a:ext cx="5394960" cy="3374136"/>
          </a:xfrm>
          <a:prstGeom prst="rect">
            <a:avLst/>
          </a:prstGeom>
          <a:ln w="15240">
            <a:solidFill>
              <a:srgbClr val="CBD5E1"/>
            </a:solidFill>
          </a:ln>
        </p:spPr>
      </p:pic>
      <p:pic>
        <p:nvPicPr>
          <p:cNvPr id="7" name="Picture 6" descr="produt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1325880"/>
            <a:ext cx="5394960" cy="3374136"/>
          </a:xfrm>
          <a:prstGeom prst="rect">
            <a:avLst/>
          </a:prstGeom>
          <a:ln w="15240">
            <a:solidFill>
              <a:srgbClr val="CBD5E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94360" y="4773168"/>
            <a:ext cx="53949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005A9C"/>
                </a:solidFill>
                <a:latin typeface="Arial"/>
              </a:defRPr>
            </a:pPr>
            <a:r>
              <a:t>Dashboard e alertas de estoque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9632" y="4773168"/>
            <a:ext cx="53949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005A9C"/>
                </a:solidFill>
                <a:latin typeface="Arial"/>
              </a:defRPr>
            </a:pPr>
            <a:r>
              <a:t>Produtos, entradas, saídas e histórico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257800"/>
            <a:ext cx="10515600" cy="9144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475569"/>
                </a:solidFill>
                <a:latin typeface="Arial"/>
              </a:defRPr>
            </a:pPr>
            <a:r>
              <a:t>• Saldo calculado automaticamente  • Bloqueio de saída sem estoque</a:t>
            </a:r>
          </a:p>
          <a:p>
            <a:pPr>
              <a:spcAft>
                <a:spcPts val="800"/>
              </a:spcAft>
              <a:defRPr sz="1700" b="0">
                <a:solidFill>
                  <a:srgbClr val="475569"/>
                </a:solidFill>
                <a:latin typeface="Arial"/>
              </a:defRPr>
            </a:pPr>
            <a:r>
              <a:t>• Alerta de estoque mínimo  • Inativação sem apagar o histórico</a:t>
            </a:r>
          </a:p>
        </p:txBody>
      </p:sp>
    </p:spTree>
    <p:extLst>
      <p:ext uri="{BB962C8B-B14F-4D97-AF65-F5344CB8AC3E}">
        <p14:creationId xmlns:p14="http://schemas.microsoft.com/office/powerpoint/2010/main" val="828116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800" b="0">
                <a:solidFill>
                  <a:srgbClr val="1F2937"/>
                </a:solidFill>
                <a:latin typeface="Arial"/>
              </a:defRPr>
            </a:pPr>
            <a:r>
              <a:t>Cadastros e relatórios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5" name="Picture 4" descr="categori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25880"/>
            <a:ext cx="5394960" cy="3374136"/>
          </a:xfrm>
          <a:prstGeom prst="rect">
            <a:avLst/>
          </a:prstGeom>
          <a:ln w="15240">
            <a:solidFill>
              <a:srgbClr val="CBD5E1"/>
            </a:solidFill>
          </a:ln>
        </p:spPr>
      </p:pic>
      <p:pic>
        <p:nvPicPr>
          <p:cNvPr id="6" name="Picture 5" descr="relatori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1325880"/>
            <a:ext cx="5394960" cy="3374136"/>
          </a:xfrm>
          <a:prstGeom prst="rect">
            <a:avLst/>
          </a:prstGeom>
          <a:ln w="15240">
            <a:solidFill>
              <a:srgbClr val="CBD5E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94360" y="4773168"/>
            <a:ext cx="53949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005A9C"/>
                </a:solidFill>
                <a:latin typeface="Arial"/>
              </a:defRPr>
            </a:pPr>
            <a:r>
              <a:t>Cadastro e pesquisa de categorias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9632" y="4773168"/>
            <a:ext cx="53949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005A9C"/>
                </a:solidFill>
                <a:latin typeface="Arial"/>
              </a:defRPr>
            </a:pPr>
            <a:r>
              <a:t>Inventário e relatório de movimentações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85232"/>
            <a:ext cx="10332720" cy="7315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475569"/>
                </a:solidFill>
                <a:latin typeface="Arial"/>
              </a:defRPr>
            </a:pPr>
            <a:r>
              <a:t>As telas utilizam a mesma identidade visual e consomem os dados reais da API Flask.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B7D44-176E-70C9-9A16-DB6D93994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Interface gráfica do usuário, Texto, Aplicativo&#10;&#10;Descrição gerada automaticamente">
            <a:extLst>
              <a:ext uri="{FF2B5EF4-FFF2-40B4-BE49-F238E27FC236}">
                <a16:creationId xmlns:a16="http://schemas.microsoft.com/office/drawing/2014/main" id="{804FB94B-D7E9-357E-0C61-03D8F07F222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6EF16792-4F8F-7C08-3BA5-EFD5F828E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/>
          <a:lstStyle/>
          <a:p>
            <a:pPr>
              <a:spcAft>
                <a:spcPts val="800"/>
              </a:spcAft>
              <a:defRPr sz="2800" b="0">
                <a:solidFill>
                  <a:srgbClr val="1F2937"/>
                </a:solidFill>
                <a:latin typeface="Arial"/>
              </a:defRPr>
            </a:pPr>
            <a:r>
              <a:t>Dificuldades e soluções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166360" cy="1508760"/>
          </a:xfrm>
          <a:prstGeom prst="roundRect">
            <a:avLst/>
          </a:prstGeom>
          <a:solidFill>
            <a:srgbClr val="EAF2FB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05A9C"/>
                </a:solidFill>
                <a:latin typeface="Arial"/>
              </a:defRPr>
            </a:pPr>
            <a:r>
              <a:t>Integração frontend e backend</a:t>
            </a:r>
          </a:p>
          <a:p>
            <a:pPr>
              <a:spcAft>
                <a:spcPts val="800"/>
              </a:spcAft>
              <a:defRPr sz="1300" b="0">
                <a:solidFill>
                  <a:srgbClr val="475569"/>
                </a:solidFill>
                <a:latin typeface="Arial"/>
              </a:defRPr>
            </a:pPr>
            <a:r>
              <a:t>Solução: criação de uma API Flask com rotas JSON consumidas pelo JavaScript.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166360" cy="1508760"/>
          </a:xfrm>
          <a:prstGeom prst="roundRect">
            <a:avLst/>
          </a:prstGeom>
          <a:solidFill>
            <a:srgbClr val="EAF2FB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05A9C"/>
                </a:solidFill>
                <a:latin typeface="Arial"/>
              </a:defRPr>
            </a:pPr>
            <a:r>
              <a:t>Preservação do histórico</a:t>
            </a:r>
          </a:p>
          <a:p>
            <a:pPr>
              <a:spcAft>
                <a:spcPts val="800"/>
              </a:spcAft>
              <a:defRPr sz="1300" b="0">
                <a:solidFill>
                  <a:srgbClr val="475569"/>
                </a:solidFill>
                <a:latin typeface="Arial"/>
              </a:defRPr>
            </a:pPr>
            <a:r>
              <a:t>Solução: exclusão lógica, mantendo o produto inativo e suas movimentações salvas.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37560"/>
            <a:ext cx="5166360" cy="1508760"/>
          </a:xfrm>
          <a:prstGeom prst="roundRect">
            <a:avLst/>
          </a:prstGeom>
          <a:solidFill>
            <a:srgbClr val="EAF2FB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05A9C"/>
                </a:solidFill>
                <a:latin typeface="Arial"/>
              </a:defRPr>
            </a:pPr>
            <a:r>
              <a:t>Atualização do banco existente</a:t>
            </a:r>
          </a:p>
          <a:p>
            <a:pPr>
              <a:spcAft>
                <a:spcPts val="800"/>
              </a:spcAft>
              <a:defRPr sz="1300" b="0">
                <a:solidFill>
                  <a:srgbClr val="475569"/>
                </a:solidFill>
                <a:latin typeface="Arial"/>
              </a:defRPr>
            </a:pPr>
            <a:r>
              <a:t>Solução: migração automática das novas colunas sem apagar registros anteriores.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337560"/>
            <a:ext cx="5166360" cy="1508760"/>
          </a:xfrm>
          <a:prstGeom prst="roundRect">
            <a:avLst/>
          </a:prstGeom>
          <a:solidFill>
            <a:srgbClr val="EAF2FB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05A9C"/>
                </a:solidFill>
                <a:latin typeface="Arial"/>
              </a:defRPr>
            </a:pPr>
            <a:r>
              <a:t>Integração das branches</a:t>
            </a:r>
          </a:p>
          <a:p>
            <a:pPr>
              <a:spcAft>
                <a:spcPts val="800"/>
              </a:spcAft>
              <a:defRPr sz="1300" b="0">
                <a:solidFill>
                  <a:srgbClr val="475569"/>
                </a:solidFill>
                <a:latin typeface="Arial"/>
              </a:defRPr>
            </a:pPr>
            <a:r>
              <a:t>Solução: branch de integração, resolução manual dos conflitos e 15 testes automatizados.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39496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005A9C"/>
                </a:solidFill>
                <a:latin typeface="Arial"/>
              </a:defRPr>
            </a:pPr>
            <a:r>
              <a:t>Resultado: sistema integrado, dados consistentes e funcionalidades validadas.</a:t>
            </a:r>
          </a:p>
        </p:txBody>
      </p:sp>
    </p:spTree>
    <p:extLst>
      <p:ext uri="{BB962C8B-B14F-4D97-AF65-F5344CB8AC3E}">
        <p14:creationId xmlns:p14="http://schemas.microsoft.com/office/powerpoint/2010/main" val="1765950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1E530-6E46-5CD8-B858-40D0DCB31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Interface gráfica do usuário, Texto, Aplicativo&#10;&#10;Descrição gerada automaticamente">
            <a:extLst>
              <a:ext uri="{FF2B5EF4-FFF2-40B4-BE49-F238E27FC236}">
                <a16:creationId xmlns:a16="http://schemas.microsoft.com/office/drawing/2014/main" id="{5D66E3E8-2FC1-FAEE-F28E-121ABAD86A3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49A34A33-D76C-1359-A81E-53F8B7E04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/>
          <a:lstStyle/>
          <a:p>
            <a:pPr>
              <a:spcAft>
                <a:spcPts val="800"/>
              </a:spcAft>
              <a:defRPr sz="2800" b="0">
                <a:solidFill>
                  <a:srgbClr val="1F2937"/>
                </a:solidFill>
                <a:latin typeface="Arial"/>
              </a:defRPr>
            </a:pPr>
            <a:r>
              <a:t>GitHub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395ECBC-0748-145F-6AD3-C54F84EF3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73152" tIns="36576" rIns="73152" bIns="36576"/>
          <a:lstStyle/>
          <a:p>
            <a:pPr>
              <a:spcAft>
                <a:spcPts val="800"/>
              </a:spcAft>
              <a:defRPr sz="2000" b="1">
                <a:solidFill>
                  <a:srgbClr val="005A9C"/>
                </a:solidFill>
                <a:latin typeface="Arial"/>
              </a:defRPr>
            </a:pPr>
            <a:r>
              <a:t>Repositório público do projeto:</a:t>
            </a:r>
          </a:p>
          <a:p>
            <a:pPr>
              <a:spcAft>
                <a:spcPts val="800"/>
              </a:spcAft>
              <a:defRPr sz="2000" b="0">
                <a:solidFill>
                  <a:srgbClr val="475569"/>
                </a:solidFill>
                <a:latin typeface="Arial"/>
              </a:defRPr>
            </a:pPr>
            <a:r>
              <a:rPr u="sng">
                <a:solidFill>
                  <a:srgbClr val="2563EB"/>
                </a:solidFill>
                <a:hlinkClick r:id="rId3"/>
              </a:rPr>
              <a:t>https://github.com/edypho/controle_de_estoque</a:t>
            </a:r>
          </a:p>
          <a:p>
            <a:pPr>
              <a:spcAft>
                <a:spcPts val="800"/>
              </a:spcAft>
              <a:defRPr sz="2000" b="0">
                <a:solidFill>
                  <a:srgbClr val="475569"/>
                </a:solidFill>
                <a:latin typeface="Arial"/>
              </a:defRPr>
            </a:pPr>
            <a:r>
              <a:t>Edypho, Lucas e Nicollas possuem commits no histórico.</a:t>
            </a:r>
          </a:p>
          <a:p>
            <a:pPr>
              <a:spcAft>
                <a:spcPts val="800"/>
              </a:spcAft>
              <a:defRPr sz="2000" b="0">
                <a:solidFill>
                  <a:srgbClr val="475569"/>
                </a:solidFill>
                <a:latin typeface="Arial"/>
              </a:defRPr>
            </a:pPr>
            <a:r>
              <a:t>O trabalho foi desenvolvido em branches e integrado à main.</a:t>
            </a:r>
          </a:p>
          <a:p>
            <a:pPr>
              <a:spcAft>
                <a:spcPts val="800"/>
              </a:spcAft>
              <a:defRPr sz="2000" b="0">
                <a:solidFill>
                  <a:srgbClr val="475569"/>
                </a:solidFill>
                <a:latin typeface="Arial"/>
              </a:defRPr>
            </a:pPr>
            <a:r>
              <a:t>Código, documentação, testes e apresentação ficam versionados no repositório.</a:t>
            </a:r>
          </a:p>
        </p:txBody>
      </p:sp>
    </p:spTree>
    <p:extLst>
      <p:ext uri="{BB962C8B-B14F-4D97-AF65-F5344CB8AC3E}">
        <p14:creationId xmlns:p14="http://schemas.microsoft.com/office/powerpoint/2010/main" val="2191148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99B2A-DD23-001D-65D2-576807F45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ntendo Padrão do plano de fundo&#10;&#10;Descrição gerada automaticamente">
            <a:extLst>
              <a:ext uri="{FF2B5EF4-FFF2-40B4-BE49-F238E27FC236}">
                <a16:creationId xmlns:a16="http://schemas.microsoft.com/office/drawing/2014/main" id="{196938A1-7F24-B68B-BD70-EA372DB170D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926080" y="1828800"/>
            <a:ext cx="630936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80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Obrigado!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788920"/>
            <a:ext cx="3931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2100" b="0">
                <a:solidFill>
                  <a:srgbClr val="FFD543"/>
                </a:solidFill>
                <a:latin typeface="Arial"/>
              </a:defRPr>
            </a:pPr>
            <a:r>
              <a:t>Dúvidas?</a:t>
            </a:r>
          </a:p>
        </p:txBody>
      </p:sp>
    </p:spTree>
    <p:extLst>
      <p:ext uri="{BB962C8B-B14F-4D97-AF65-F5344CB8AC3E}">
        <p14:creationId xmlns:p14="http://schemas.microsoft.com/office/powerpoint/2010/main" val="21263075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8268DEE63B2E14D809D1CEE6FDCF6EC" ma:contentTypeVersion="11" ma:contentTypeDescription="Crie um novo documento." ma:contentTypeScope="" ma:versionID="894b84db53ce1f2a361353352aa5ee6c">
  <xsd:schema xmlns:xsd="http://www.w3.org/2001/XMLSchema" xmlns:xs="http://www.w3.org/2001/XMLSchema" xmlns:p="http://schemas.microsoft.com/office/2006/metadata/properties" xmlns:ns2="9d4474ce-363f-42da-a7f3-09d8f65ffd07" xmlns:ns3="889acd53-d511-4a94-a5e5-837e64acad16" targetNamespace="http://schemas.microsoft.com/office/2006/metadata/properties" ma:root="true" ma:fieldsID="3c857d3d784d38ab03f80723f0c4ea33" ns2:_="" ns3:_="">
    <xsd:import namespace="9d4474ce-363f-42da-a7f3-09d8f65ffd07"/>
    <xsd:import namespace="889acd53-d511-4a94-a5e5-837e64acad1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4474ce-363f-42da-a7f3-09d8f65ffd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Marcações de imagem" ma:readOnly="false" ma:fieldId="{5cf76f15-5ced-4ddc-b409-7134ff3c332f}" ma:taxonomyMulti="true" ma:sspId="de1247d9-ddd9-465a-a77d-064c3f50fd4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9acd53-d511-4a94-a5e5-837e64acad16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e1348ade-fb1f-454c-911d-97d84b87820b}" ma:internalName="TaxCatchAll" ma:showField="CatchAllData" ma:web="889acd53-d511-4a94-a5e5-837e64acad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89acd53-d511-4a94-a5e5-837e64acad16" xsi:nil="true"/>
    <lcf76f155ced4ddcb4097134ff3c332f xmlns="9d4474ce-363f-42da-a7f3-09d8f65ffd07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FD98983-E93B-4D8B-9EBE-C9E3DDA6BB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4474ce-363f-42da-a7f3-09d8f65ffd07"/>
    <ds:schemaRef ds:uri="889acd53-d511-4a94-a5e5-837e64acad1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2858925-6B66-4094-B4C1-011C0206D86F}">
  <ds:schemaRefs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purl.org/dc/terms/"/>
    <ds:schemaRef ds:uri="9d4474ce-363f-42da-a7f3-09d8f65ffd07"/>
    <ds:schemaRef ds:uri="http://www.w3.org/XML/1998/namespace"/>
    <ds:schemaRef ds:uri="889acd53-d511-4a94-a5e5-837e64acad16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E2506F3F-8752-4E54-BBAA-42470D07C83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17214be-db5f-4bbd-98b9-2d823fbbb11d}" enabled="1" method="Privileged" siteId="{5a81292e-fa6c-4e1a-80da-be24300780b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430</TotalTime>
  <Words>433</Words>
  <Application>Microsoft Office PowerPoint</Application>
  <PresentationFormat>Widescreen</PresentationFormat>
  <Paragraphs>59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Tema do Office</vt:lpstr>
      <vt:lpstr>Arquitetura de Sistemas Ciberfísicos e Modelagem</vt:lpstr>
      <vt:lpstr>Informações sobre o projeto</vt:lpstr>
      <vt:lpstr>Objetivos</vt:lpstr>
      <vt:lpstr>Desenvolvimento</vt:lpstr>
      <vt:lpstr>Funcionalidades principais</vt:lpstr>
      <vt:lpstr>Cadastros e relatórios</vt:lpstr>
      <vt:lpstr>Dificuldades e soluções</vt:lpstr>
      <vt:lpstr>GitHub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para Controle de Estoque</dc:title>
  <dc:subject>Projeto acadêmico de ADS</dc:subject>
  <dc:creator>Edypho, Lucas e Nicollas</dc:creator>
  <dc:description>Apresentação criada a partir do template fornecido pela instituição.</dc:description>
  <cp:lastModifiedBy>Edypho Bandeira</cp:lastModifiedBy>
  <cp:revision>7</cp:revision>
  <dcterms:created xsi:type="dcterms:W3CDTF">2024-12-30T16:53:11Z</dcterms:created>
  <dcterms:modified xsi:type="dcterms:W3CDTF">2026-07-16T17:13:41Z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0x01010048268DEE63B2E14D809D1CEE6FDCF6EC</vt:lpwstr>
  </property>
</Properties>
</file>