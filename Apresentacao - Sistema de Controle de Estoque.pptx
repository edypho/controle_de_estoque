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3"/>
  </p:notesMasterIdLst>
  <p:sldIdLst>
    <p:sldId id="256" r:id="rId5"/>
    <p:sldId id="260" r:id="rId6"/>
    <p:sldId id="261" r:id="rId7"/>
    <p:sldId id="262" r:id="rId8"/>
    <p:sldId id="263" r:id="rId9"/>
    <p:sldId id="266" r:id="rId20"/>
    <p:sldId id="264" r:id="rId10"/>
    <p:sldId id="265" r:id="rId11"/>
    <p:sldId id="259" r:id="rId12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8AEEFED-A8A7-4543-B9B6-D38920004407}" v="7" dt="2026-06-26T22:35:11.45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652" autoAdjust="0"/>
    <p:restoredTop sz="94660"/>
  </p:normalViewPr>
  <p:slideViewPr>
    <p:cSldViewPr snapToGrid="0">
      <p:cViewPr varScale="1">
        <p:scale>
          <a:sx n="147" d="100"/>
          <a:sy n="147" d="100"/>
        </p:scale>
        <p:origin x="234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microsoft.com/office/2016/11/relationships/changesInfo" Target="changesInfos/changesInfo1.xml"/><Relationship Id="rId19" Type="http://schemas.microsoft.com/office/2015/10/relationships/revisionInfo" Target="revisionInfo.xml"/><Relationship Id="rId20" Type="http://schemas.openxmlformats.org/officeDocument/2006/relationships/slide" Target="slides/slide9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RUNO KOSTIUK" userId="f1960def-9a98-474c-8ced-dd156e013716" providerId="ADAL" clId="{2B2E5DDA-E6A6-450D-B02B-3230EBB8E812}"/>
    <pc:docChg chg="undo redo custSel addSld delSld modSld">
      <pc:chgData name="BRUNO KOSTIUK" userId="f1960def-9a98-474c-8ced-dd156e013716" providerId="ADAL" clId="{2B2E5DDA-E6A6-450D-B02B-3230EBB8E812}" dt="2026-06-26T22:33:59.797" v="1980" actId="242"/>
      <pc:docMkLst>
        <pc:docMk/>
      </pc:docMkLst>
      <pc:sldChg chg="addSp modSp mod">
        <pc:chgData name="BRUNO KOSTIUK" userId="f1960def-9a98-474c-8ced-dd156e013716" providerId="ADAL" clId="{2B2E5DDA-E6A6-450D-B02B-3230EBB8E812}" dt="2026-06-26T22:33:59.797" v="1980" actId="242"/>
        <pc:sldMkLst>
          <pc:docMk/>
          <pc:sldMk cId="1198054014" sldId="256"/>
        </pc:sldMkLst>
        <pc:spChg chg="add mod">
          <ac:chgData name="BRUNO KOSTIUK" userId="f1960def-9a98-474c-8ced-dd156e013716" providerId="ADAL" clId="{2B2E5DDA-E6A6-450D-B02B-3230EBB8E812}" dt="2026-06-26T22:33:50.670" v="1979" actId="14100"/>
          <ac:spMkLst>
            <pc:docMk/>
            <pc:sldMk cId="1198054014" sldId="256"/>
            <ac:spMk id="2" creationId="{6DFED2CE-AEE4-88EB-446D-086A8EE5E7A1}"/>
          </ac:spMkLst>
        </pc:spChg>
        <pc:spChg chg="add mod">
          <ac:chgData name="BRUNO KOSTIUK" userId="f1960def-9a98-474c-8ced-dd156e013716" providerId="ADAL" clId="{2B2E5DDA-E6A6-450D-B02B-3230EBB8E812}" dt="2026-06-26T22:33:59.797" v="1980" actId="242"/>
          <ac:spMkLst>
            <pc:docMk/>
            <pc:sldMk cId="1198054014" sldId="256"/>
            <ac:spMk id="3" creationId="{08417B08-6E0D-9D8E-3C11-76BFC1C53953}"/>
          </ac:spMkLst>
        </pc:spChg>
        <pc:spChg chg="mod">
          <ac:chgData name="BRUNO KOSTIUK" userId="f1960def-9a98-474c-8ced-dd156e013716" providerId="ADAL" clId="{2B2E5DDA-E6A6-450D-B02B-3230EBB8E812}" dt="2026-06-26T22:33:05.341" v="1974" actId="1076"/>
          <ac:spMkLst>
            <pc:docMk/>
            <pc:sldMk cId="1198054014" sldId="256"/>
            <ac:spMk id="7" creationId="{15DC0350-2C41-48CF-F69F-AFDC8A17D067}"/>
          </ac:spMkLst>
        </pc:spChg>
      </pc:sldChg>
      <pc:sldChg chg="modSp mod">
        <pc:chgData name="BRUNO KOSTIUK" userId="f1960def-9a98-474c-8ced-dd156e013716" providerId="ADAL" clId="{2B2E5DDA-E6A6-450D-B02B-3230EBB8E812}" dt="2026-06-26T22:31:58.026" v="1873" actId="20577"/>
        <pc:sldMkLst>
          <pc:docMk/>
          <pc:sldMk cId="3919308595" sldId="260"/>
        </pc:sldMkLst>
        <pc:spChg chg="mod">
          <ac:chgData name="BRUNO KOSTIUK" userId="f1960def-9a98-474c-8ced-dd156e013716" providerId="ADAL" clId="{2B2E5DDA-E6A6-450D-B02B-3230EBB8E812}" dt="2026-06-26T22:24:17.408" v="366" actId="20577"/>
          <ac:spMkLst>
            <pc:docMk/>
            <pc:sldMk cId="3919308595" sldId="260"/>
            <ac:spMk id="4" creationId="{CB72E6D1-E7F1-6339-7DDB-A3DD179DD989}"/>
          </ac:spMkLst>
        </pc:spChg>
        <pc:spChg chg="mod">
          <ac:chgData name="BRUNO KOSTIUK" userId="f1960def-9a98-474c-8ced-dd156e013716" providerId="ADAL" clId="{2B2E5DDA-E6A6-450D-B02B-3230EBB8E812}" dt="2026-06-26T22:31:58.026" v="1873" actId="20577"/>
          <ac:spMkLst>
            <pc:docMk/>
            <pc:sldMk cId="3919308595" sldId="260"/>
            <ac:spMk id="6" creationId="{405FFCEB-EC8C-7DFA-2AD1-CC92D8FE6689}"/>
          </ac:spMkLst>
        </pc:spChg>
      </pc:sldChg>
      <pc:sldChg chg="modSp add mod">
        <pc:chgData name="BRUNO KOSTIUK" userId="f1960def-9a98-474c-8ced-dd156e013716" providerId="ADAL" clId="{2B2E5DDA-E6A6-450D-B02B-3230EBB8E812}" dt="2026-06-26T22:26:11.214" v="729" actId="20577"/>
        <pc:sldMkLst>
          <pc:docMk/>
          <pc:sldMk cId="64312404" sldId="261"/>
        </pc:sldMkLst>
        <pc:spChg chg="mod">
          <ac:chgData name="BRUNO KOSTIUK" userId="f1960def-9a98-474c-8ced-dd156e013716" providerId="ADAL" clId="{2B2E5DDA-E6A6-450D-B02B-3230EBB8E812}" dt="2026-06-26T22:25:42.562" v="614" actId="20577"/>
          <ac:spMkLst>
            <pc:docMk/>
            <pc:sldMk cId="64312404" sldId="261"/>
            <ac:spMk id="4" creationId="{46F456AD-CB06-C5F1-9C79-D6B702E2D3AC}"/>
          </ac:spMkLst>
        </pc:spChg>
        <pc:spChg chg="mod">
          <ac:chgData name="BRUNO KOSTIUK" userId="f1960def-9a98-474c-8ced-dd156e013716" providerId="ADAL" clId="{2B2E5DDA-E6A6-450D-B02B-3230EBB8E812}" dt="2026-06-26T22:26:11.214" v="729" actId="20577"/>
          <ac:spMkLst>
            <pc:docMk/>
            <pc:sldMk cId="64312404" sldId="261"/>
            <ac:spMk id="6" creationId="{FB26EBA1-1C5B-EC3B-A936-C3A4DB0C34C6}"/>
          </ac:spMkLst>
        </pc:spChg>
      </pc:sldChg>
      <pc:sldChg chg="del">
        <pc:chgData name="BRUNO KOSTIUK" userId="f1960def-9a98-474c-8ced-dd156e013716" providerId="ADAL" clId="{2B2E5DDA-E6A6-450D-B02B-3230EBB8E812}" dt="2026-06-26T22:15:06.483" v="0" actId="47"/>
        <pc:sldMkLst>
          <pc:docMk/>
          <pc:sldMk cId="918788387" sldId="261"/>
        </pc:sldMkLst>
      </pc:sldChg>
      <pc:sldChg chg="modSp add mod">
        <pc:chgData name="BRUNO KOSTIUK" userId="f1960def-9a98-474c-8ced-dd156e013716" providerId="ADAL" clId="{2B2E5DDA-E6A6-450D-B02B-3230EBB8E812}" dt="2026-06-26T22:32:34.472" v="1967" actId="5793"/>
        <pc:sldMkLst>
          <pc:docMk/>
          <pc:sldMk cId="3170160259" sldId="262"/>
        </pc:sldMkLst>
        <pc:spChg chg="mod">
          <ac:chgData name="BRUNO KOSTIUK" userId="f1960def-9a98-474c-8ced-dd156e013716" providerId="ADAL" clId="{2B2E5DDA-E6A6-450D-B02B-3230EBB8E812}" dt="2026-06-26T22:26:27.654" v="753" actId="20577"/>
          <ac:spMkLst>
            <pc:docMk/>
            <pc:sldMk cId="3170160259" sldId="262"/>
            <ac:spMk id="4" creationId="{AEFD72E2-3AB0-ECF7-6723-AF43A05DEA1D}"/>
          </ac:spMkLst>
        </pc:spChg>
        <pc:spChg chg="mod">
          <ac:chgData name="BRUNO KOSTIUK" userId="f1960def-9a98-474c-8ced-dd156e013716" providerId="ADAL" clId="{2B2E5DDA-E6A6-450D-B02B-3230EBB8E812}" dt="2026-06-26T22:32:34.472" v="1967" actId="5793"/>
          <ac:spMkLst>
            <pc:docMk/>
            <pc:sldMk cId="3170160259" sldId="262"/>
            <ac:spMk id="6" creationId="{94B73CBC-789C-BD59-BA6C-5BC983854EDA}"/>
          </ac:spMkLst>
        </pc:spChg>
      </pc:sldChg>
      <pc:sldChg chg="modSp add mod">
        <pc:chgData name="BRUNO KOSTIUK" userId="f1960def-9a98-474c-8ced-dd156e013716" providerId="ADAL" clId="{2B2E5DDA-E6A6-450D-B02B-3230EBB8E812}" dt="2026-06-26T22:29:10.586" v="1400" actId="20577"/>
        <pc:sldMkLst>
          <pc:docMk/>
          <pc:sldMk cId="828116692" sldId="263"/>
        </pc:sldMkLst>
        <pc:spChg chg="mod">
          <ac:chgData name="BRUNO KOSTIUK" userId="f1960def-9a98-474c-8ced-dd156e013716" providerId="ADAL" clId="{2B2E5DDA-E6A6-450D-B02B-3230EBB8E812}" dt="2026-06-26T22:27:09.202" v="898" actId="20577"/>
          <ac:spMkLst>
            <pc:docMk/>
            <pc:sldMk cId="828116692" sldId="263"/>
            <ac:spMk id="4" creationId="{DA1D8A32-44FC-2FBE-7674-FE1756642A37}"/>
          </ac:spMkLst>
        </pc:spChg>
        <pc:spChg chg="mod">
          <ac:chgData name="BRUNO KOSTIUK" userId="f1960def-9a98-474c-8ced-dd156e013716" providerId="ADAL" clId="{2B2E5DDA-E6A6-450D-B02B-3230EBB8E812}" dt="2026-06-26T22:29:10.586" v="1400" actId="20577"/>
          <ac:spMkLst>
            <pc:docMk/>
            <pc:sldMk cId="828116692" sldId="263"/>
            <ac:spMk id="6" creationId="{1BA0F125-EA6D-39F4-3E26-DB7F6CAE5D5B}"/>
          </ac:spMkLst>
        </pc:spChg>
      </pc:sldChg>
      <pc:sldChg chg="modSp add mod">
        <pc:chgData name="BRUNO KOSTIUK" userId="f1960def-9a98-474c-8ced-dd156e013716" providerId="ADAL" clId="{2B2E5DDA-E6A6-450D-B02B-3230EBB8E812}" dt="2026-06-26T22:28:13.604" v="1160" actId="20577"/>
        <pc:sldMkLst>
          <pc:docMk/>
          <pc:sldMk cId="1765950118" sldId="264"/>
        </pc:sldMkLst>
        <pc:spChg chg="mod">
          <ac:chgData name="BRUNO KOSTIUK" userId="f1960def-9a98-474c-8ced-dd156e013716" providerId="ADAL" clId="{2B2E5DDA-E6A6-450D-B02B-3230EBB8E812}" dt="2026-06-26T22:27:41.141" v="1007" actId="20577"/>
          <ac:spMkLst>
            <pc:docMk/>
            <pc:sldMk cId="1765950118" sldId="264"/>
            <ac:spMk id="4" creationId="{6EF16792-4F8F-7C08-3BA5-EFD5F828E4B4}"/>
          </ac:spMkLst>
        </pc:spChg>
        <pc:spChg chg="mod">
          <ac:chgData name="BRUNO KOSTIUK" userId="f1960def-9a98-474c-8ced-dd156e013716" providerId="ADAL" clId="{2B2E5DDA-E6A6-450D-B02B-3230EBB8E812}" dt="2026-06-26T22:28:13.604" v="1160" actId="20577"/>
          <ac:spMkLst>
            <pc:docMk/>
            <pc:sldMk cId="1765950118" sldId="264"/>
            <ac:spMk id="6" creationId="{FB3C2F66-B039-CE9A-E10C-6EB6391E6BE6}"/>
          </ac:spMkLst>
        </pc:spChg>
      </pc:sldChg>
      <pc:sldChg chg="modSp add mod">
        <pc:chgData name="BRUNO KOSTIUK" userId="f1960def-9a98-474c-8ced-dd156e013716" providerId="ADAL" clId="{2B2E5DDA-E6A6-450D-B02B-3230EBB8E812}" dt="2026-06-26T22:31:04.851" v="1716" actId="20577"/>
        <pc:sldMkLst>
          <pc:docMk/>
          <pc:sldMk cId="2191148001" sldId="265"/>
        </pc:sldMkLst>
        <pc:spChg chg="mod">
          <ac:chgData name="BRUNO KOSTIUK" userId="f1960def-9a98-474c-8ced-dd156e013716" providerId="ADAL" clId="{2B2E5DDA-E6A6-450D-B02B-3230EBB8E812}" dt="2026-06-26T22:29:27.106" v="1407" actId="20577"/>
          <ac:spMkLst>
            <pc:docMk/>
            <pc:sldMk cId="2191148001" sldId="265"/>
            <ac:spMk id="4" creationId="{49A34A33-D76C-1359-A81E-53F8B7E04EB9}"/>
          </ac:spMkLst>
        </pc:spChg>
        <pc:spChg chg="mod">
          <ac:chgData name="BRUNO KOSTIUK" userId="f1960def-9a98-474c-8ced-dd156e013716" providerId="ADAL" clId="{2B2E5DDA-E6A6-450D-B02B-3230EBB8E812}" dt="2026-06-26T22:31:04.851" v="1716" actId="20577"/>
          <ac:spMkLst>
            <pc:docMk/>
            <pc:sldMk cId="2191148001" sldId="265"/>
            <ac:spMk id="6" creationId="{8395ECBC-0748-145F-6AD3-C54F84EF36DF}"/>
          </ac:spMkLst>
        </pc:spChg>
      </pc:sldChg>
      <pc:sldChg chg="del">
        <pc:chgData name="BRUNO KOSTIUK" userId="f1960def-9a98-474c-8ced-dd156e013716" providerId="ADAL" clId="{2B2E5DDA-E6A6-450D-B02B-3230EBB8E812}" dt="2026-06-26T22:15:06.483" v="0" actId="47"/>
        <pc:sldMkLst>
          <pc:docMk/>
          <pc:sldMk cId="60116319" sldId="270"/>
        </pc:sldMkLst>
      </pc:sldChg>
      <pc:sldChg chg="del">
        <pc:chgData name="BRUNO KOSTIUK" userId="f1960def-9a98-474c-8ced-dd156e013716" providerId="ADAL" clId="{2B2E5DDA-E6A6-450D-B02B-3230EBB8E812}" dt="2026-06-26T22:15:06.483" v="0" actId="47"/>
        <pc:sldMkLst>
          <pc:docMk/>
          <pc:sldMk cId="252958330" sldId="274"/>
        </pc:sldMkLst>
      </pc:sldChg>
      <pc:sldChg chg="del">
        <pc:chgData name="BRUNO KOSTIUK" userId="f1960def-9a98-474c-8ced-dd156e013716" providerId="ADAL" clId="{2B2E5DDA-E6A6-450D-B02B-3230EBB8E812}" dt="2026-06-26T22:15:06.483" v="0" actId="47"/>
        <pc:sldMkLst>
          <pc:docMk/>
          <pc:sldMk cId="1629555318" sldId="275"/>
        </pc:sldMkLst>
      </pc:sldChg>
      <pc:sldChg chg="del">
        <pc:chgData name="BRUNO KOSTIUK" userId="f1960def-9a98-474c-8ced-dd156e013716" providerId="ADAL" clId="{2B2E5DDA-E6A6-450D-B02B-3230EBB8E812}" dt="2026-06-26T22:15:06.483" v="0" actId="47"/>
        <pc:sldMkLst>
          <pc:docMk/>
          <pc:sldMk cId="3319584890" sldId="276"/>
        </pc:sldMkLst>
      </pc:sldChg>
      <pc:sldChg chg="del">
        <pc:chgData name="BRUNO KOSTIUK" userId="f1960def-9a98-474c-8ced-dd156e013716" providerId="ADAL" clId="{2B2E5DDA-E6A6-450D-B02B-3230EBB8E812}" dt="2026-06-26T22:15:06.483" v="0" actId="47"/>
        <pc:sldMkLst>
          <pc:docMk/>
          <pc:sldMk cId="4248344796" sldId="277"/>
        </pc:sldMkLst>
      </pc:sldChg>
      <pc:sldChg chg="del">
        <pc:chgData name="BRUNO KOSTIUK" userId="f1960def-9a98-474c-8ced-dd156e013716" providerId="ADAL" clId="{2B2E5DDA-E6A6-450D-B02B-3230EBB8E812}" dt="2026-06-26T22:15:06.483" v="0" actId="47"/>
        <pc:sldMkLst>
          <pc:docMk/>
          <pc:sldMk cId="3613987348" sldId="278"/>
        </pc:sldMkLst>
      </pc:sldChg>
      <pc:sldChg chg="del">
        <pc:chgData name="BRUNO KOSTIUK" userId="f1960def-9a98-474c-8ced-dd156e013716" providerId="ADAL" clId="{2B2E5DDA-E6A6-450D-B02B-3230EBB8E812}" dt="2026-06-26T22:15:06.483" v="0" actId="47"/>
        <pc:sldMkLst>
          <pc:docMk/>
          <pc:sldMk cId="1520693634" sldId="279"/>
        </pc:sldMkLst>
      </pc:sldChg>
      <pc:sldChg chg="del">
        <pc:chgData name="BRUNO KOSTIUK" userId="f1960def-9a98-474c-8ced-dd156e013716" providerId="ADAL" clId="{2B2E5DDA-E6A6-450D-B02B-3230EBB8E812}" dt="2026-06-26T22:15:06.483" v="0" actId="47"/>
        <pc:sldMkLst>
          <pc:docMk/>
          <pc:sldMk cId="2852270535" sldId="281"/>
        </pc:sldMkLst>
      </pc:sldChg>
      <pc:sldChg chg="del">
        <pc:chgData name="BRUNO KOSTIUK" userId="f1960def-9a98-474c-8ced-dd156e013716" providerId="ADAL" clId="{2B2E5DDA-E6A6-450D-B02B-3230EBB8E812}" dt="2026-06-26T22:15:06.483" v="0" actId="47"/>
        <pc:sldMkLst>
          <pc:docMk/>
          <pc:sldMk cId="1006880397" sldId="282"/>
        </pc:sldMkLst>
      </pc:sldChg>
      <pc:sldChg chg="del">
        <pc:chgData name="BRUNO KOSTIUK" userId="f1960def-9a98-474c-8ced-dd156e013716" providerId="ADAL" clId="{2B2E5DDA-E6A6-450D-B02B-3230EBB8E812}" dt="2026-06-26T22:15:06.483" v="0" actId="47"/>
        <pc:sldMkLst>
          <pc:docMk/>
          <pc:sldMk cId="3202973764" sldId="283"/>
        </pc:sldMkLst>
      </pc:sldChg>
      <pc:sldChg chg="del">
        <pc:chgData name="BRUNO KOSTIUK" userId="f1960def-9a98-474c-8ced-dd156e013716" providerId="ADAL" clId="{2B2E5DDA-E6A6-450D-B02B-3230EBB8E812}" dt="2026-06-26T22:15:06.483" v="0" actId="47"/>
        <pc:sldMkLst>
          <pc:docMk/>
          <pc:sldMk cId="4041688809" sldId="284"/>
        </pc:sldMkLst>
      </pc:sldChg>
      <pc:sldChg chg="del">
        <pc:chgData name="BRUNO KOSTIUK" userId="f1960def-9a98-474c-8ced-dd156e013716" providerId="ADAL" clId="{2B2E5DDA-E6A6-450D-B02B-3230EBB8E812}" dt="2026-06-26T22:15:06.483" v="0" actId="47"/>
        <pc:sldMkLst>
          <pc:docMk/>
          <pc:sldMk cId="4157221184" sldId="285"/>
        </pc:sldMkLst>
      </pc:sldChg>
      <pc:sldChg chg="del">
        <pc:chgData name="BRUNO KOSTIUK" userId="f1960def-9a98-474c-8ced-dd156e013716" providerId="ADAL" clId="{2B2E5DDA-E6A6-450D-B02B-3230EBB8E812}" dt="2026-06-26T22:15:06.483" v="0" actId="47"/>
        <pc:sldMkLst>
          <pc:docMk/>
          <pc:sldMk cId="2371275496" sldId="286"/>
        </pc:sldMkLst>
      </pc:sldChg>
      <pc:sldChg chg="del">
        <pc:chgData name="BRUNO KOSTIUK" userId="f1960def-9a98-474c-8ced-dd156e013716" providerId="ADAL" clId="{2B2E5DDA-E6A6-450D-B02B-3230EBB8E812}" dt="2026-06-26T22:15:06.483" v="0" actId="47"/>
        <pc:sldMkLst>
          <pc:docMk/>
          <pc:sldMk cId="2306801748" sldId="287"/>
        </pc:sldMkLst>
      </pc:sldChg>
      <pc:sldChg chg="del">
        <pc:chgData name="BRUNO KOSTIUK" userId="f1960def-9a98-474c-8ced-dd156e013716" providerId="ADAL" clId="{2B2E5DDA-E6A6-450D-B02B-3230EBB8E812}" dt="2026-06-26T22:15:06.483" v="0" actId="47"/>
        <pc:sldMkLst>
          <pc:docMk/>
          <pc:sldMk cId="695307859" sldId="288"/>
        </pc:sldMkLst>
      </pc:sldChg>
      <pc:sldChg chg="del">
        <pc:chgData name="BRUNO KOSTIUK" userId="f1960def-9a98-474c-8ced-dd156e013716" providerId="ADAL" clId="{2B2E5DDA-E6A6-450D-B02B-3230EBB8E812}" dt="2026-06-26T22:15:06.483" v="0" actId="47"/>
        <pc:sldMkLst>
          <pc:docMk/>
          <pc:sldMk cId="2464591728" sldId="290"/>
        </pc:sldMkLst>
      </pc:sldChg>
      <pc:sldChg chg="del">
        <pc:chgData name="BRUNO KOSTIUK" userId="f1960def-9a98-474c-8ced-dd156e013716" providerId="ADAL" clId="{2B2E5DDA-E6A6-450D-B02B-3230EBB8E812}" dt="2026-06-26T22:15:06.483" v="0" actId="47"/>
        <pc:sldMkLst>
          <pc:docMk/>
          <pc:sldMk cId="2249546045" sldId="291"/>
        </pc:sldMkLst>
      </pc:sldChg>
      <pc:sldChg chg="del">
        <pc:chgData name="BRUNO KOSTIUK" userId="f1960def-9a98-474c-8ced-dd156e013716" providerId="ADAL" clId="{2B2E5DDA-E6A6-450D-B02B-3230EBB8E812}" dt="2026-06-26T22:15:06.483" v="0" actId="47"/>
        <pc:sldMkLst>
          <pc:docMk/>
          <pc:sldMk cId="1505617814" sldId="292"/>
        </pc:sldMkLst>
      </pc:sldChg>
      <pc:sldChg chg="del">
        <pc:chgData name="BRUNO KOSTIUK" userId="f1960def-9a98-474c-8ced-dd156e013716" providerId="ADAL" clId="{2B2E5DDA-E6A6-450D-B02B-3230EBB8E812}" dt="2026-06-26T22:15:06.483" v="0" actId="47"/>
        <pc:sldMkLst>
          <pc:docMk/>
          <pc:sldMk cId="985770119" sldId="293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2319FE7-FE5F-42F6-BB8A-8EF12BF63772}" type="datetimeFigureOut">
              <a:rPr lang="pt-BR" smtClean="0"/>
              <a:t>26/06/2026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A7FD6D4-2804-4AF1-B907-9443F964211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156370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0782277-B002-D663-3DD5-D2F19A24B60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1532B347-80D7-B6C8-C85F-9788839A49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286ECE6-CEE4-9E01-B705-57D1E9200D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3F6873-2674-4C65-B5DF-B60B4295D2D8}" type="datetimeFigureOut">
              <a:rPr lang="pt-BR" smtClean="0"/>
              <a:t>26/06/2026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FA34B3F-A5C8-8FBD-C258-CBB1D024BA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4D07E4F8-C7D5-9686-F997-A0A4F9F17D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DA112-AC20-4F49-951C-71F9C2CB761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540788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6B8EA5B-E885-9684-CA94-C1DC0CCD27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48A4A54-DAC1-2846-A7A7-0E22034989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37CC416B-22F1-6C80-7A42-6D4E569188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3F6873-2674-4C65-B5DF-B60B4295D2D8}" type="datetimeFigureOut">
              <a:rPr lang="pt-BR" smtClean="0"/>
              <a:t>26/06/2026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4B25DA0C-ED73-934A-0027-9A95DC08C2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F51755A6-3518-D0D7-8441-4F932D83CF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DA112-AC20-4F49-951C-71F9C2CB761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381134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67E2E36-75A8-318D-E73D-113D21CDED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9BB0C238-5B55-9EAC-F84A-D5FCB57325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D78E13A-7A75-99A2-EE7E-52E9114ED1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3F6873-2674-4C65-B5DF-B60B4295D2D8}" type="datetimeFigureOut">
              <a:rPr lang="pt-BR" smtClean="0"/>
              <a:t>26/06/2026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22A47FD-860C-5D09-FD10-DCA2B03AF6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A7028E71-4B98-0505-55B5-623B4E9A25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DA112-AC20-4F49-951C-71F9C2CB761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747793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E48E27F-C3F1-E071-E283-9BE8038C7E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E6745C7-59EF-E2FC-2C1C-DD448166A58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63BE4F04-510E-A6DD-033B-2408CC190D1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D7BEDAD4-64E8-E133-3930-24D26B0E4E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3F6873-2674-4C65-B5DF-B60B4295D2D8}" type="datetimeFigureOut">
              <a:rPr lang="pt-BR" smtClean="0"/>
              <a:t>26/06/2026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DCFC4CF1-E7DB-3DAF-0E3A-C062D99E7A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696E0E77-80A0-2430-6A2C-34CE16C5B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DA112-AC20-4F49-951C-71F9C2CB761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960361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60062D4-4CDA-6B74-1320-D066878B2F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CB0C0205-0413-70CB-F1AB-25A4D5EC43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A09AC2C8-FA19-A0E9-CF64-F970B60F66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684D7FE2-C81B-452F-E85A-CE938C07D2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32B1AF5F-1C19-9472-2A53-ECCBCA69E9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6A760677-6E6B-DF3A-DA0C-9A30797925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3F6873-2674-4C65-B5DF-B60B4295D2D8}" type="datetimeFigureOut">
              <a:rPr lang="pt-BR" smtClean="0"/>
              <a:t>26/06/2026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969B8E4D-1FBA-6EDD-F26B-72F102CE6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B88309F8-5B45-3517-7A0A-9BADB5E069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DA112-AC20-4F49-951C-71F9C2CB761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147927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DF1A433-547C-D47C-81A7-C349927BFC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3259154-61F8-6132-4520-E21293B91B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3F6873-2674-4C65-B5DF-B60B4295D2D8}" type="datetimeFigureOut">
              <a:rPr lang="pt-BR" smtClean="0"/>
              <a:t>26/06/2026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B40EEA95-A810-C356-DF10-9339AE0E46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7251E5EA-A3AA-661B-3397-B31FDD9D1A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DA112-AC20-4F49-951C-71F9C2CB761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816890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14354B4B-81D5-875F-41A6-19A6C0128D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3F6873-2674-4C65-B5DF-B60B4295D2D8}" type="datetimeFigureOut">
              <a:rPr lang="pt-BR" smtClean="0"/>
              <a:t>26/06/2026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C2A73DE1-751D-BE1D-7533-E15A759EBC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8F6998C-50E1-E0DF-7635-5CC766AF43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DA112-AC20-4F49-951C-71F9C2CB761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744388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CB26B21-B8A1-E6B0-7DFE-B14C115545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7F06E56-137D-451A-E8E7-5DA70029E5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7002955-C78C-A29B-DD9B-E7F26BCB47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E1A7A9E-8AE0-63D9-36B5-1CB1DACD1E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3F6873-2674-4C65-B5DF-B60B4295D2D8}" type="datetimeFigureOut">
              <a:rPr lang="pt-BR" smtClean="0"/>
              <a:t>26/06/2026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38D1EE28-078A-A2FE-7226-847E31FFD4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3735962-8913-99EB-B3FE-844D170C12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DA112-AC20-4F49-951C-71F9C2CB761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365558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86ED8F9-A1BB-1AA8-465A-725F0F1D10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4BD7EF06-A53C-769C-8C7A-111196A91EE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D0BDB8A5-3203-6422-0E04-001AB71CD97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75FF746E-E0AD-7BA1-B6F2-8F2DD721BD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3F6873-2674-4C65-B5DF-B60B4295D2D8}" type="datetimeFigureOut">
              <a:rPr lang="pt-BR" smtClean="0"/>
              <a:t>26/06/2026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C7922818-B91A-3099-90CE-1638D0A68A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67902768-560C-E557-6307-DF6C9A6E8A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DA112-AC20-4F49-951C-71F9C2CB761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506667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20D8E40-BA0D-FDB9-31EE-B6BDAEDC1C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50690E05-DBA1-A2DA-4449-D77F2A1D8B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16D78058-4CF6-8328-8C1A-4FD7025581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3F6873-2674-4C65-B5DF-B60B4295D2D8}" type="datetimeFigureOut">
              <a:rPr lang="pt-BR" smtClean="0"/>
              <a:t>26/06/2026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4ED9AC90-DEE4-D375-2E18-CA18926D4D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24985FCF-07E6-F8EE-2CCA-DE340EDC53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DA112-AC20-4F49-951C-71F9C2CB761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447871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65CD1C17-0118-C071-E8D9-41C7F6A36F4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36C99CA2-4E73-2C17-A54E-316FF63822E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1061F762-911C-B2A4-4792-534DEA463E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3F6873-2674-4C65-B5DF-B60B4295D2D8}" type="datetimeFigureOut">
              <a:rPr lang="pt-BR" smtClean="0"/>
              <a:t>26/06/2026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35F4812-CFD8-7EC9-5D04-236A859042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F7C92B0-F767-857B-1948-C2CD05A226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DA112-AC20-4F49-951C-71F9C2CB761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7587930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271FBA84-5BF7-7639-2245-25D1A7BA5F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B1790D8C-CE82-08B4-1069-180A9A3EC8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3F171FBC-4057-CBFD-B32A-3E92842F3A2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3F6873-2674-4C65-B5DF-B60B4295D2D8}" type="datetimeFigureOut">
              <a:rPr lang="pt-BR" smtClean="0"/>
              <a:t>26/06/2026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D03953C9-65AA-298E-F761-12301CA5B2F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707A361-F858-83B5-6057-7B6DE98FB4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79DA112-AC20-4F49-951C-71F9C2CB761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922726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hyperlink" Target="https://github.com/edypho/controle_de_estoque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 descr="Padrão do plano de fundo&#10;&#10;Descrição gerada automaticamente">
            <a:extLst>
              <a:ext uri="{FF2B5EF4-FFF2-40B4-BE49-F238E27FC236}">
                <a16:creationId xmlns:a16="http://schemas.microsoft.com/office/drawing/2014/main" id="{310139F8-381C-3F40-89B8-384A6B584F1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15DC0350-2C41-48CF-F69F-AFDC8A17D06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1480" y="164592"/>
            <a:ext cx="6492240" cy="685800"/>
          </a:xfrm>
        </p:spPr>
        <p:txBody>
          <a:bodyPr>
            <a:noAutofit/>
          </a:bodyPr>
          <a:lstStyle/>
          <a:p>
            <a:pPr algn="ctr">
              <a:spcAft>
                <a:spcPts val="800"/>
              </a:spcAft>
              <a:defRPr sz="1700" b="0">
                <a:solidFill>
                  <a:srgbClr val="FFFFFF"/>
                </a:solidFill>
                <a:latin typeface="Arial"/>
              </a:defRPr>
            </a:pPr>
            <a:r>
              <a:t>Arquitetura de Sistemas Ciberfísicos e Modelagem</a:t>
            </a: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DFED2CE-AEE4-88EB-446D-086A8EE5E7A1}"/>
              </a:ext>
            </a:extLst>
          </p:cNvPr>
          <p:cNvSpPr txBox="1">
            <a:spLocks/>
          </p:cNvSpPr>
          <p:nvPr/>
        </p:nvSpPr>
        <p:spPr>
          <a:xfrm>
            <a:off x="2651760" y="1874519"/>
            <a:ext cx="6035040" cy="5943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Aft>
                <a:spcPts val="800"/>
              </a:spcAft>
              <a:defRPr sz="2500" b="1">
                <a:solidFill>
                  <a:srgbClr val="FFFFFF"/>
                </a:solidFill>
                <a:latin typeface="Arial"/>
              </a:defRPr>
            </a:pPr>
            <a:r>
              <a:t>SISTEMA PARA CONTROLE DE ESTOQUE</a:t>
            </a:r>
          </a:p>
        </p:txBody>
      </p:sp>
      <p:sp>
        <p:nvSpPr>
          <p:cNvPr id="3" name="Título 1">
            <a:extLst>
              <a:ext uri="{FF2B5EF4-FFF2-40B4-BE49-F238E27FC236}">
                <a16:creationId xmlns:a16="http://schemas.microsoft.com/office/drawing/2014/main" id="{08417B08-6E0D-9D8E-3C11-76BFC1C53953}"/>
              </a:ext>
            </a:extLst>
          </p:cNvPr>
          <p:cNvSpPr txBox="1">
            <a:spLocks/>
          </p:cNvSpPr>
          <p:nvPr/>
        </p:nvSpPr>
        <p:spPr>
          <a:xfrm>
            <a:off x="3657600" y="2971800"/>
            <a:ext cx="4937760" cy="1143000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Aft>
                <a:spcPts val="800"/>
              </a:spcAft>
              <a:defRPr sz="1400" b="0">
                <a:solidFill>
                  <a:srgbClr val="FFFFFF"/>
                </a:solidFill>
                <a:latin typeface="Arial"/>
              </a:defRPr>
            </a:pPr>
            <a:r>
              <a:t>Equipe: [número da equipe]</a:t>
            </a:r>
          </a:p>
          <a:p>
            <a:pPr algn="ctr">
              <a:spcAft>
                <a:spcPts val="800"/>
              </a:spcAft>
              <a:defRPr sz="1400" b="0">
                <a:solidFill>
                  <a:srgbClr val="FFFFFF"/>
                </a:solidFill>
                <a:latin typeface="Arial"/>
              </a:defRPr>
            </a:pPr>
            <a:r>
              <a:t>Edypho (RU: __________)  |  Lucas (RU: __________)</a:t>
            </a:r>
          </a:p>
          <a:p>
            <a:pPr algn="ctr">
              <a:spcAft>
                <a:spcPts val="800"/>
              </a:spcAft>
              <a:defRPr sz="1400" b="0">
                <a:solidFill>
                  <a:srgbClr val="FFFFFF"/>
                </a:solidFill>
                <a:latin typeface="Arial"/>
              </a:defRPr>
            </a:pPr>
            <a:r>
              <a:t>Nicollas (RU: __________)</a:t>
            </a:r>
          </a:p>
        </p:txBody>
      </p:sp>
    </p:spTree>
    <p:extLst>
      <p:ext uri="{BB962C8B-B14F-4D97-AF65-F5344CB8AC3E}">
        <p14:creationId xmlns:p14="http://schemas.microsoft.com/office/powerpoint/2010/main" val="11980540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4B7819-34B2-80F9-58E8-A8A7DD5121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 descr="Interface gráfica do usuário, Texto, Aplicativo&#10;&#10;Descrição gerada automaticamente">
            <a:extLst>
              <a:ext uri="{FF2B5EF4-FFF2-40B4-BE49-F238E27FC236}">
                <a16:creationId xmlns:a16="http://schemas.microsoft.com/office/drawing/2014/main" id="{88FAF319-D9B2-3C08-66C8-0C8F7A72595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4" name="Título 3">
            <a:extLst>
              <a:ext uri="{FF2B5EF4-FFF2-40B4-BE49-F238E27FC236}">
                <a16:creationId xmlns:a16="http://schemas.microsoft.com/office/drawing/2014/main" id="{CB72E6D1-E7F1-6339-7DDB-A3DD179DD9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81037"/>
            <a:ext cx="10515600" cy="1009651"/>
          </a:xfrm>
        </p:spPr>
        <p:txBody>
          <a:bodyPr/>
          <a:lstStyle/>
          <a:p>
            <a:pPr>
              <a:spcAft>
                <a:spcPts val="800"/>
              </a:spcAft>
              <a:defRPr sz="2800" b="0">
                <a:solidFill>
                  <a:srgbClr val="1F2937"/>
                </a:solidFill>
                <a:latin typeface="Arial"/>
              </a:defRPr>
            </a:pPr>
            <a:r>
              <a:t>Informações sobre o projeto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405FFCEB-EC8C-7DFA-2AD1-CC92D8FE66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 lIns="73152" rIns="73152" tIns="36576" bIns="36576"/>
          <a:lstStyle/>
          <a:p>
            <a:pPr>
              <a:spcAft>
                <a:spcPts val="800"/>
              </a:spcAft>
              <a:defRPr sz="2000" b="1">
                <a:solidFill>
                  <a:srgbClr val="005A9C"/>
                </a:solidFill>
                <a:latin typeface="Arial"/>
              </a:defRPr>
            </a:pPr>
            <a:r>
              <a:t>Aplicação web acadêmica para controlar produtos e movimentações de estoque.</a:t>
            </a:r>
          </a:p>
          <a:p>
            <a:pPr>
              <a:spcAft>
                <a:spcPts val="800"/>
              </a:spcAft>
              <a:defRPr sz="2000" b="0">
                <a:solidFill>
                  <a:srgbClr val="475569"/>
                </a:solidFill>
                <a:latin typeface="Arial"/>
              </a:defRPr>
            </a:pPr>
            <a:r>
              <a:t>Edypho — backend em Python, API Flask e integração do sistema.</a:t>
            </a:r>
          </a:p>
          <a:p>
            <a:pPr>
              <a:spcAft>
                <a:spcPts val="800"/>
              </a:spcAft>
              <a:defRPr sz="2000" b="0">
                <a:solidFill>
                  <a:srgbClr val="475569"/>
                </a:solidFill>
                <a:latin typeface="Arial"/>
              </a:defRPr>
            </a:pPr>
            <a:r>
              <a:t>Lucas — banco SQLite, modelagem, saldos das movimentações e seed.</a:t>
            </a:r>
          </a:p>
          <a:p>
            <a:pPr>
              <a:spcAft>
                <a:spcPts val="800"/>
              </a:spcAft>
              <a:defRPr sz="2000" b="0">
                <a:solidFill>
                  <a:srgbClr val="475569"/>
                </a:solidFill>
                <a:latin typeface="Arial"/>
              </a:defRPr>
            </a:pPr>
            <a:r>
              <a:t>Nicollas — frontend em HTML, CSS e JavaScript.</a:t>
            </a:r>
          </a:p>
          <a:p>
            <a:pPr>
              <a:spcAft>
                <a:spcPts val="800"/>
              </a:spcAft>
              <a:defRPr sz="2000" b="0">
                <a:solidFill>
                  <a:srgbClr val="475569"/>
                </a:solidFill>
                <a:latin typeface="Arial"/>
              </a:defRPr>
            </a:pPr>
            <a:r>
              <a:t>A equipe utilizou Git e GitHub para versionamento, integração e revisão.</a:t>
            </a:r>
          </a:p>
          <a:p>
            <a:pPr>
              <a:spcAft>
                <a:spcPts val="800"/>
              </a:spcAft>
              <a:defRPr sz="2000" b="0">
                <a:solidFill>
                  <a:srgbClr val="475569"/>
                </a:solidFill>
                <a:latin typeface="Arial"/>
              </a:defRPr>
            </a:pPr>
            <a:r>
              <a:t>Todos os integrantes participaram da validação e conhecem o fluxo completo do projeto.</a:t>
            </a:r>
          </a:p>
        </p:txBody>
      </p:sp>
    </p:spTree>
    <p:extLst>
      <p:ext uri="{BB962C8B-B14F-4D97-AF65-F5344CB8AC3E}">
        <p14:creationId xmlns:p14="http://schemas.microsoft.com/office/powerpoint/2010/main" val="39193085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F7DAAF-F513-D9A8-FDDB-7E1397B943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 descr="Interface gráfica do usuário, Texto, Aplicativo&#10;&#10;Descrição gerada automaticamente">
            <a:extLst>
              <a:ext uri="{FF2B5EF4-FFF2-40B4-BE49-F238E27FC236}">
                <a16:creationId xmlns:a16="http://schemas.microsoft.com/office/drawing/2014/main" id="{3D23E16F-EB57-DD29-3972-2D422C8557B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4" name="Título 3">
            <a:extLst>
              <a:ext uri="{FF2B5EF4-FFF2-40B4-BE49-F238E27FC236}">
                <a16:creationId xmlns:a16="http://schemas.microsoft.com/office/drawing/2014/main" id="{46F456AD-CB06-C5F1-9C79-D6B702E2D3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81037"/>
            <a:ext cx="10515600" cy="1009651"/>
          </a:xfrm>
        </p:spPr>
        <p:txBody>
          <a:bodyPr/>
          <a:lstStyle/>
          <a:p>
            <a:pPr>
              <a:spcAft>
                <a:spcPts val="800"/>
              </a:spcAft>
              <a:defRPr sz="2800" b="0">
                <a:solidFill>
                  <a:srgbClr val="1F2937"/>
                </a:solidFill>
                <a:latin typeface="Arial"/>
              </a:defRPr>
            </a:pPr>
            <a:r>
              <a:t>Objetivos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FB26EBA1-1C5B-EC3B-A936-C3A4DB0C34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 lIns="73152" rIns="73152" tIns="36576" bIns="36576"/>
          <a:lstStyle/>
          <a:p>
            <a:pPr>
              <a:spcAft>
                <a:spcPts val="800"/>
              </a:spcAft>
              <a:defRPr sz="2200" b="0">
                <a:solidFill>
                  <a:srgbClr val="475569"/>
                </a:solidFill>
                <a:latin typeface="Arial"/>
              </a:defRPr>
            </a:pPr>
            <a:r>
              <a:t>Cadastrar e organizar produtos e categorias.</a:t>
            </a:r>
          </a:p>
          <a:p>
            <a:pPr>
              <a:spcAft>
                <a:spcPts val="800"/>
              </a:spcAft>
              <a:defRPr sz="2200" b="0">
                <a:solidFill>
                  <a:srgbClr val="475569"/>
                </a:solidFill>
                <a:latin typeface="Arial"/>
              </a:defRPr>
            </a:pPr>
            <a:r>
              <a:t>Controlar movimentações de entrada e saída.</a:t>
            </a:r>
          </a:p>
          <a:p>
            <a:pPr>
              <a:spcAft>
                <a:spcPts val="800"/>
              </a:spcAft>
              <a:defRPr sz="2200" b="0">
                <a:solidFill>
                  <a:srgbClr val="475569"/>
                </a:solidFill>
                <a:latin typeface="Arial"/>
              </a:defRPr>
            </a:pPr>
            <a:r>
              <a:t>Calcular automaticamente o saldo disponível.</a:t>
            </a:r>
          </a:p>
          <a:p>
            <a:pPr>
              <a:spcAft>
                <a:spcPts val="800"/>
              </a:spcAft>
              <a:defRPr sz="2200" b="0">
                <a:solidFill>
                  <a:srgbClr val="475569"/>
                </a:solidFill>
                <a:latin typeface="Arial"/>
              </a:defRPr>
            </a:pPr>
            <a:r>
              <a:t>Alertar quando o produto atingir o estoque mínimo.</a:t>
            </a:r>
          </a:p>
          <a:p>
            <a:pPr>
              <a:spcAft>
                <a:spcPts val="800"/>
              </a:spcAft>
              <a:defRPr sz="2200" b="0">
                <a:solidFill>
                  <a:srgbClr val="475569"/>
                </a:solidFill>
                <a:latin typeface="Arial"/>
              </a:defRPr>
            </a:pPr>
            <a:r>
              <a:t>Apresentar relatórios de inventário e movimentações.</a:t>
            </a:r>
          </a:p>
          <a:p>
            <a:pPr>
              <a:spcAft>
                <a:spcPts val="800"/>
              </a:spcAft>
              <a:defRPr sz="2200" b="0">
                <a:solidFill>
                  <a:srgbClr val="475569"/>
                </a:solidFill>
                <a:latin typeface="Arial"/>
              </a:defRPr>
            </a:pPr>
            <a:r>
              <a:t>Manter os dados persistidos em banco SQLite.</a:t>
            </a:r>
          </a:p>
        </p:txBody>
      </p:sp>
    </p:spTree>
    <p:extLst>
      <p:ext uri="{BB962C8B-B14F-4D97-AF65-F5344CB8AC3E}">
        <p14:creationId xmlns:p14="http://schemas.microsoft.com/office/powerpoint/2010/main" val="643124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332742-A2BE-5A69-D9EB-8FF56CEB69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 descr="Interface gráfica do usuário, Texto, Aplicativo&#10;&#10;Descrição gerada automaticamente">
            <a:extLst>
              <a:ext uri="{FF2B5EF4-FFF2-40B4-BE49-F238E27FC236}">
                <a16:creationId xmlns:a16="http://schemas.microsoft.com/office/drawing/2014/main" id="{70A27F75-674B-C61F-1817-82841A810B4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4" name="Título 3">
            <a:extLst>
              <a:ext uri="{FF2B5EF4-FFF2-40B4-BE49-F238E27FC236}">
                <a16:creationId xmlns:a16="http://schemas.microsoft.com/office/drawing/2014/main" id="{AEFD72E2-3AB0-ECF7-6723-AF43A05DEA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81037"/>
            <a:ext cx="10515600" cy="1009651"/>
          </a:xfrm>
        </p:spPr>
        <p:txBody>
          <a:bodyPr/>
          <a:lstStyle/>
          <a:p>
            <a:pPr>
              <a:spcAft>
                <a:spcPts val="800"/>
              </a:spcAft>
              <a:defRPr sz="2800" b="0">
                <a:solidFill>
                  <a:srgbClr val="1F2937"/>
                </a:solidFill>
                <a:latin typeface="Arial"/>
              </a:defRPr>
            </a:pPr>
            <a:r>
              <a:t>Desenvolvimento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74519"/>
            <a:ext cx="2926080" cy="114300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800"/>
              </a:spcAft>
              <a:defRPr sz="1900" b="1">
                <a:solidFill>
                  <a:srgbClr val="FFFFFF"/>
                </a:solidFill>
                <a:latin typeface="Arial"/>
              </a:defRPr>
            </a:pPr>
            <a:r>
              <a:t>FRONTEND</a:t>
            </a:r>
          </a:p>
          <a:p>
            <a:pPr algn="ctr">
              <a:spcAft>
                <a:spcPts val="800"/>
              </a:spcAft>
              <a:defRPr sz="1300" b="0">
                <a:solidFill>
                  <a:srgbClr val="FFFFFF"/>
                </a:solidFill>
                <a:latin typeface="Arial"/>
              </a:defRPr>
            </a:pPr>
            <a:r>
              <a:t>HTML • CSS • JavaScript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17720" y="1874519"/>
            <a:ext cx="2926080" cy="1143000"/>
          </a:xfrm>
          <a:prstGeom prst="roundRect">
            <a:avLst/>
          </a:prstGeom>
          <a:solidFill>
            <a:srgbClr val="005A9C"/>
          </a:solidFill>
          <a:ln>
            <a:solidFill>
              <a:srgbClr val="005A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800"/>
              </a:spcAft>
              <a:defRPr sz="1900" b="1">
                <a:solidFill>
                  <a:srgbClr val="FFFFFF"/>
                </a:solidFill>
                <a:latin typeface="Arial"/>
              </a:defRPr>
            </a:pPr>
            <a:r>
              <a:t>BACKEND</a:t>
            </a:r>
          </a:p>
          <a:p>
            <a:pPr algn="ctr">
              <a:spcAft>
                <a:spcPts val="800"/>
              </a:spcAft>
              <a:defRPr sz="1300" b="0">
                <a:solidFill>
                  <a:srgbClr val="FFFFFF"/>
                </a:solidFill>
                <a:latin typeface="Arial"/>
              </a:defRPr>
            </a:pPr>
            <a:r>
              <a:t>Python • Flask • API JSON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49640" y="1874519"/>
            <a:ext cx="2926080" cy="1143000"/>
          </a:xfrm>
          <a:prstGeom prst="round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800"/>
              </a:spcAft>
              <a:defRPr sz="1900" b="1">
                <a:solidFill>
                  <a:srgbClr val="FFFFFF"/>
                </a:solidFill>
                <a:latin typeface="Arial"/>
              </a:defRPr>
            </a:pPr>
            <a:r>
              <a:t>BANCO</a:t>
            </a:r>
          </a:p>
          <a:p>
            <a:pPr algn="ctr">
              <a:spcAft>
                <a:spcPts val="800"/>
              </a:spcAft>
              <a:defRPr sz="1300" b="0">
                <a:solidFill>
                  <a:srgbClr val="FFFFFF"/>
                </a:solidFill>
                <a:latin typeface="Arial"/>
              </a:defRPr>
            </a:pPr>
            <a:r>
              <a:t>SQLite • Persistência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2148840"/>
            <a:ext cx="594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800"/>
              </a:spcAft>
              <a:defRPr sz="2800" b="1">
                <a:solidFill>
                  <a:srgbClr val="005A9C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148840"/>
            <a:ext cx="594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800"/>
              </a:spcAft>
              <a:defRPr sz="2800" b="1">
                <a:solidFill>
                  <a:srgbClr val="005A9C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703320"/>
            <a:ext cx="10332720" cy="19659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475569"/>
                </a:solidFill>
                <a:latin typeface="Arial"/>
              </a:defRPr>
            </a:pPr>
            <a:r>
              <a:t>• O JavaScript envia requisições com fetch e recebe respostas em JSON.</a:t>
            </a:r>
          </a:p>
          <a:p>
            <a:pPr>
              <a:spcAft>
                <a:spcPts val="800"/>
              </a:spcAft>
              <a:defRPr sz="1800" b="0">
                <a:solidFill>
                  <a:srgbClr val="475569"/>
                </a:solidFill>
                <a:latin typeface="Arial"/>
              </a:defRPr>
            </a:pPr>
            <a:r>
              <a:t>• O backend valida as regras, registra as movimentações e atualiza o saldo.</a:t>
            </a:r>
          </a:p>
          <a:p>
            <a:pPr>
              <a:spcAft>
                <a:spcPts val="800"/>
              </a:spcAft>
              <a:defRPr sz="1800" b="0">
                <a:solidFill>
                  <a:srgbClr val="475569"/>
                </a:solidFill>
                <a:latin typeface="Arial"/>
              </a:defRPr>
            </a:pPr>
            <a:r>
              <a:t>• O banco é criado e atualizado automaticamente sem apagar dados antigos.</a:t>
            </a:r>
          </a:p>
          <a:p>
            <a:pPr>
              <a:spcAft>
                <a:spcPts val="800"/>
              </a:spcAft>
              <a:defRPr sz="1800" b="0">
                <a:solidFill>
                  <a:srgbClr val="475569"/>
                </a:solidFill>
                <a:latin typeface="Arial"/>
              </a:defRPr>
            </a:pPr>
            <a:r>
              <a:t>• O desenvolvimento foi versionado no GitHub e validado por testes automatizados.</a:t>
            </a:r>
          </a:p>
        </p:txBody>
      </p:sp>
    </p:spTree>
    <p:extLst>
      <p:ext uri="{BB962C8B-B14F-4D97-AF65-F5344CB8AC3E}">
        <p14:creationId xmlns:p14="http://schemas.microsoft.com/office/powerpoint/2010/main" val="31701602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5E7009-2E2E-F3D0-55C0-5C94B8E206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 descr="Interface gráfica do usuário, Texto, Aplicativo&#10;&#10;Descrição gerada automaticamente">
            <a:extLst>
              <a:ext uri="{FF2B5EF4-FFF2-40B4-BE49-F238E27FC236}">
                <a16:creationId xmlns:a16="http://schemas.microsoft.com/office/drawing/2014/main" id="{B26DC994-1037-B574-0956-14914E31BC8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4" name="Título 3">
            <a:extLst>
              <a:ext uri="{FF2B5EF4-FFF2-40B4-BE49-F238E27FC236}">
                <a16:creationId xmlns:a16="http://schemas.microsoft.com/office/drawing/2014/main" id="{DA1D8A32-44FC-2FBE-7674-FE1756642A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81037"/>
            <a:ext cx="10515600" cy="1009651"/>
          </a:xfrm>
        </p:spPr>
        <p:txBody>
          <a:bodyPr/>
          <a:lstStyle/>
          <a:p>
            <a:pPr>
              <a:spcAft>
                <a:spcPts val="800"/>
              </a:spcAft>
              <a:defRPr sz="2800" b="0">
                <a:solidFill>
                  <a:srgbClr val="1F2937"/>
                </a:solidFill>
                <a:latin typeface="Arial"/>
              </a:defRPr>
            </a:pPr>
            <a:r>
              <a:t>Funcionalidades principais</a:t>
            </a:r>
          </a:p>
        </p:txBody>
      </p:sp>
      <p:pic>
        <p:nvPicPr>
          <p:cNvPr id="6" name="Picture 5" descr="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325880"/>
            <a:ext cx="5394960" cy="3374136"/>
          </a:xfrm>
          <a:prstGeom prst="rect">
            <a:avLst/>
          </a:prstGeom>
          <a:ln w="15240">
            <a:solidFill>
              <a:srgbClr val="CBD5E1"/>
            </a:solidFill>
          </a:ln>
        </p:spPr>
      </p:pic>
      <p:pic>
        <p:nvPicPr>
          <p:cNvPr id="7" name="Picture 6" descr="produto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9632" y="1325880"/>
            <a:ext cx="5394960" cy="3374136"/>
          </a:xfrm>
          <a:prstGeom prst="rect">
            <a:avLst/>
          </a:prstGeom>
          <a:ln w="15240">
            <a:solidFill>
              <a:srgbClr val="CBD5E1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94360" y="4773168"/>
            <a:ext cx="5394960" cy="29260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Aft>
                <a:spcPts val="800"/>
              </a:spcAft>
              <a:defRPr sz="1400" b="1">
                <a:solidFill>
                  <a:srgbClr val="005A9C"/>
                </a:solidFill>
                <a:latin typeface="Arial"/>
              </a:defRPr>
            </a:pPr>
            <a:r>
              <a:t>Dashboard e alertas de estoque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99632" y="4773168"/>
            <a:ext cx="5394960" cy="29260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Aft>
                <a:spcPts val="800"/>
              </a:spcAft>
              <a:defRPr sz="1400" b="1">
                <a:solidFill>
                  <a:srgbClr val="005A9C"/>
                </a:solidFill>
                <a:latin typeface="Arial"/>
              </a:defRPr>
            </a:pPr>
            <a:r>
              <a:t>Produtos, entradas, saídas e histórico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257800"/>
            <a:ext cx="10515600" cy="9144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475569"/>
                </a:solidFill>
                <a:latin typeface="Arial"/>
              </a:defRPr>
            </a:pPr>
            <a:r>
              <a:t>• Saldo calculado automaticamente  • Bloqueio de saída sem estoque</a:t>
            </a:r>
          </a:p>
          <a:p>
            <a:pPr>
              <a:spcAft>
                <a:spcPts val="800"/>
              </a:spcAft>
              <a:defRPr sz="1700" b="0">
                <a:solidFill>
                  <a:srgbClr val="475569"/>
                </a:solidFill>
                <a:latin typeface="Arial"/>
              </a:defRPr>
            </a:pPr>
            <a:r>
              <a:t>• Alerta de estoque mínimo  • Inativação sem apagar o histórico</a:t>
            </a:r>
          </a:p>
        </p:txBody>
      </p:sp>
    </p:spTree>
    <p:extLst>
      <p:ext uri="{BB962C8B-B14F-4D97-AF65-F5344CB8AC3E}">
        <p14:creationId xmlns:p14="http://schemas.microsoft.com/office/powerpoint/2010/main" val="8281166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DB7D44-176E-70C9-9A16-DB6D93994D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 descr="Interface gráfica do usuário, Texto, Aplicativo&#10;&#10;Descrição gerada automaticamente">
            <a:extLst>
              <a:ext uri="{FF2B5EF4-FFF2-40B4-BE49-F238E27FC236}">
                <a16:creationId xmlns:a16="http://schemas.microsoft.com/office/drawing/2014/main" id="{804FB94B-D7E9-357E-0C61-03D8F07F222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4" name="Título 3">
            <a:extLst>
              <a:ext uri="{FF2B5EF4-FFF2-40B4-BE49-F238E27FC236}">
                <a16:creationId xmlns:a16="http://schemas.microsoft.com/office/drawing/2014/main" id="{6EF16792-4F8F-7C08-3BA5-EFD5F828E4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81037"/>
            <a:ext cx="10515600" cy="1009651"/>
          </a:xfrm>
        </p:spPr>
        <p:txBody>
          <a:bodyPr/>
          <a:lstStyle/>
          <a:p>
            <a:pPr>
              <a:spcAft>
                <a:spcPts val="800"/>
              </a:spcAft>
              <a:defRPr sz="2800" b="0">
                <a:solidFill>
                  <a:srgbClr val="1F2937"/>
                </a:solidFill>
                <a:latin typeface="Arial"/>
              </a:defRPr>
            </a:pPr>
            <a:r>
              <a:t>Dificuldades e soluções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5166360" cy="1508760"/>
          </a:xfrm>
          <a:prstGeom prst="roundRect">
            <a:avLst/>
          </a:prstGeom>
          <a:solidFill>
            <a:srgbClr val="EAF2FB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/>
          <a:lstStyle/>
          <a:p>
            <a:pPr algn="ctr">
              <a:spcAft>
                <a:spcPts val="800"/>
              </a:spcAft>
              <a:defRPr sz="1600" b="1">
                <a:solidFill>
                  <a:srgbClr val="005A9C"/>
                </a:solidFill>
                <a:latin typeface="Arial"/>
              </a:defRPr>
            </a:pPr>
            <a:r>
              <a:t>Integração frontend e backend</a:t>
            </a:r>
          </a:p>
          <a:p>
            <a:pPr>
              <a:spcAft>
                <a:spcPts val="800"/>
              </a:spcAft>
              <a:defRPr sz="1300" b="0">
                <a:solidFill>
                  <a:srgbClr val="475569"/>
                </a:solidFill>
                <a:latin typeface="Arial"/>
              </a:defRPr>
            </a:pPr>
            <a:r>
              <a:t>Solução: criação de uma API Flask com rotas JSON consumidas pelo JavaScript.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417320"/>
            <a:ext cx="5166360" cy="1508760"/>
          </a:xfrm>
          <a:prstGeom prst="roundRect">
            <a:avLst/>
          </a:prstGeom>
          <a:solidFill>
            <a:srgbClr val="EAF2FB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/>
          <a:lstStyle/>
          <a:p>
            <a:pPr algn="ctr">
              <a:spcAft>
                <a:spcPts val="800"/>
              </a:spcAft>
              <a:defRPr sz="1600" b="1">
                <a:solidFill>
                  <a:srgbClr val="005A9C"/>
                </a:solidFill>
                <a:latin typeface="Arial"/>
              </a:defRPr>
            </a:pPr>
            <a:r>
              <a:t>Preservação do histórico</a:t>
            </a:r>
          </a:p>
          <a:p>
            <a:pPr>
              <a:spcAft>
                <a:spcPts val="800"/>
              </a:spcAft>
              <a:defRPr sz="1300" b="0">
                <a:solidFill>
                  <a:srgbClr val="475569"/>
                </a:solidFill>
                <a:latin typeface="Arial"/>
              </a:defRPr>
            </a:pPr>
            <a:r>
              <a:t>Solução: exclusão lógica, mantendo o produto inativo e suas movimentações salvas.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337560"/>
            <a:ext cx="5166360" cy="1508760"/>
          </a:xfrm>
          <a:prstGeom prst="roundRect">
            <a:avLst/>
          </a:prstGeom>
          <a:solidFill>
            <a:srgbClr val="EAF2FB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/>
          <a:lstStyle/>
          <a:p>
            <a:pPr algn="ctr">
              <a:spcAft>
                <a:spcPts val="800"/>
              </a:spcAft>
              <a:defRPr sz="1600" b="1">
                <a:solidFill>
                  <a:srgbClr val="005A9C"/>
                </a:solidFill>
                <a:latin typeface="Arial"/>
              </a:defRPr>
            </a:pPr>
            <a:r>
              <a:t>Atualização do banco existente</a:t>
            </a:r>
          </a:p>
          <a:p>
            <a:pPr>
              <a:spcAft>
                <a:spcPts val="800"/>
              </a:spcAft>
              <a:defRPr sz="1300" b="0">
                <a:solidFill>
                  <a:srgbClr val="475569"/>
                </a:solidFill>
                <a:latin typeface="Arial"/>
              </a:defRPr>
            </a:pPr>
            <a:r>
              <a:t>Solução: migração automática das novas colunas sem apagar registros anteriores.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337560"/>
            <a:ext cx="5166360" cy="1508760"/>
          </a:xfrm>
          <a:prstGeom prst="roundRect">
            <a:avLst/>
          </a:prstGeom>
          <a:solidFill>
            <a:srgbClr val="EAF2FB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/>
          <a:lstStyle/>
          <a:p>
            <a:pPr algn="ctr">
              <a:spcAft>
                <a:spcPts val="800"/>
              </a:spcAft>
              <a:defRPr sz="1600" b="1">
                <a:solidFill>
                  <a:srgbClr val="005A9C"/>
                </a:solidFill>
                <a:latin typeface="Arial"/>
              </a:defRPr>
            </a:pPr>
            <a:r>
              <a:t>Integração das branches</a:t>
            </a:r>
          </a:p>
          <a:p>
            <a:pPr>
              <a:spcAft>
                <a:spcPts val="800"/>
              </a:spcAft>
              <a:defRPr sz="1300" b="0">
                <a:solidFill>
                  <a:srgbClr val="475569"/>
                </a:solidFill>
                <a:latin typeface="Arial"/>
              </a:defRPr>
            </a:pPr>
            <a:r>
              <a:t>Solução: branch de integração, resolução manual dos conflitos e 15 testes automatizados.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394960"/>
            <a:ext cx="99669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800"/>
              </a:spcAft>
              <a:defRPr sz="1800" b="1">
                <a:solidFill>
                  <a:srgbClr val="005A9C"/>
                </a:solidFill>
                <a:latin typeface="Arial"/>
              </a:defRPr>
            </a:pPr>
            <a:r>
              <a:t>Resultado: sistema integrado, dados consistentes e funcionalidades validadas.</a:t>
            </a:r>
          </a:p>
        </p:txBody>
      </p:sp>
    </p:spTree>
    <p:extLst>
      <p:ext uri="{BB962C8B-B14F-4D97-AF65-F5344CB8AC3E}">
        <p14:creationId xmlns:p14="http://schemas.microsoft.com/office/powerpoint/2010/main" val="17659501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B1E530-6E46-5CD8-B858-40D0DCB314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 descr="Interface gráfica do usuário, Texto, Aplicativo&#10;&#10;Descrição gerada automaticamente">
            <a:extLst>
              <a:ext uri="{FF2B5EF4-FFF2-40B4-BE49-F238E27FC236}">
                <a16:creationId xmlns:a16="http://schemas.microsoft.com/office/drawing/2014/main" id="{5D66E3E8-2FC1-FAEE-F28E-121ABAD86A3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4" name="Título 3">
            <a:extLst>
              <a:ext uri="{FF2B5EF4-FFF2-40B4-BE49-F238E27FC236}">
                <a16:creationId xmlns:a16="http://schemas.microsoft.com/office/drawing/2014/main" id="{49A34A33-D76C-1359-A81E-53F8B7E04E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81037"/>
            <a:ext cx="10515600" cy="1009651"/>
          </a:xfrm>
        </p:spPr>
        <p:txBody>
          <a:bodyPr/>
          <a:lstStyle/>
          <a:p>
            <a:pPr>
              <a:spcAft>
                <a:spcPts val="800"/>
              </a:spcAft>
              <a:defRPr sz="2800" b="0">
                <a:solidFill>
                  <a:srgbClr val="1F2937"/>
                </a:solidFill>
                <a:latin typeface="Arial"/>
              </a:defRPr>
            </a:pPr>
            <a:r>
              <a:t>GitHub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8395ECBC-0748-145F-6AD3-C54F84EF36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 lIns="73152" rIns="73152" tIns="36576" bIns="36576"/>
          <a:lstStyle/>
          <a:p>
            <a:pPr>
              <a:spcAft>
                <a:spcPts val="800"/>
              </a:spcAft>
              <a:defRPr sz="2000" b="1">
                <a:solidFill>
                  <a:srgbClr val="005A9C"/>
                </a:solidFill>
                <a:latin typeface="Arial"/>
              </a:defRPr>
            </a:pPr>
            <a:r>
              <a:t>Repositório público do projeto:</a:t>
            </a:r>
          </a:p>
          <a:p>
            <a:pPr>
              <a:spcAft>
                <a:spcPts val="800"/>
              </a:spcAft>
              <a:defRPr sz="2000" b="0">
                <a:solidFill>
                  <a:srgbClr val="475569"/>
                </a:solidFill>
                <a:latin typeface="Arial"/>
              </a:defRPr>
            </a:pPr>
            <a:r>
              <a:rPr u="sng">
                <a:solidFill>
                  <a:srgbClr val="2563EB"/>
                </a:solidFill>
                <a:hlinkClick r:id="rId3"/>
              </a:rPr>
              <a:t>https://github.com/edypho/controle_de_estoque</a:t>
            </a:r>
          </a:p>
          <a:p>
            <a:pPr>
              <a:spcAft>
                <a:spcPts val="800"/>
              </a:spcAft>
              <a:defRPr sz="2000" b="0">
                <a:solidFill>
                  <a:srgbClr val="475569"/>
                </a:solidFill>
                <a:latin typeface="Arial"/>
              </a:defRPr>
            </a:pPr>
            <a:r>
              <a:t>Edypho, Lucas e Nicollas possuem commits no histórico.</a:t>
            </a:r>
          </a:p>
          <a:p>
            <a:pPr>
              <a:spcAft>
                <a:spcPts val="800"/>
              </a:spcAft>
              <a:defRPr sz="2000" b="0">
                <a:solidFill>
                  <a:srgbClr val="475569"/>
                </a:solidFill>
                <a:latin typeface="Arial"/>
              </a:defRPr>
            </a:pPr>
            <a:r>
              <a:t>O trabalho foi desenvolvido em branches e integrado à main.</a:t>
            </a:r>
          </a:p>
          <a:p>
            <a:pPr>
              <a:spcAft>
                <a:spcPts val="800"/>
              </a:spcAft>
              <a:defRPr sz="2000" b="0">
                <a:solidFill>
                  <a:srgbClr val="475569"/>
                </a:solidFill>
                <a:latin typeface="Arial"/>
              </a:defRPr>
            </a:pPr>
            <a:r>
              <a:t>Código, documentação, testes e apresentação ficam versionados no repositório.</a:t>
            </a:r>
          </a:p>
        </p:txBody>
      </p:sp>
    </p:spTree>
    <p:extLst>
      <p:ext uri="{BB962C8B-B14F-4D97-AF65-F5344CB8AC3E}">
        <p14:creationId xmlns:p14="http://schemas.microsoft.com/office/powerpoint/2010/main" val="21911480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099B2A-DD23-001D-65D2-576807F45A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 descr="Uma imagem contendo Padrão do plano de fundo&#10;&#10;Descrição gerada automaticamente">
            <a:extLst>
              <a:ext uri="{FF2B5EF4-FFF2-40B4-BE49-F238E27FC236}">
                <a16:creationId xmlns:a16="http://schemas.microsoft.com/office/drawing/2014/main" id="{196938A1-7F24-B68B-BD70-EA372DB170D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926080" y="1828800"/>
            <a:ext cx="6309360" cy="10972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Aft>
                <a:spcPts val="800"/>
              </a:spcAft>
              <a:defRPr sz="3400" b="1">
                <a:solidFill>
                  <a:srgbClr val="FFFFFF"/>
                </a:solidFill>
                <a:latin typeface="Arial"/>
              </a:defRPr>
            </a:pPr>
            <a:r>
              <a:t>Obrigado!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2788920"/>
            <a:ext cx="3931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800"/>
              </a:spcAft>
              <a:defRPr sz="2100" b="0">
                <a:solidFill>
                  <a:srgbClr val="FFD543"/>
                </a:solidFill>
                <a:latin typeface="Arial"/>
              </a:defRPr>
            </a:pPr>
            <a:r>
              <a:t>Dúvidas?</a:t>
            </a:r>
          </a:p>
        </p:txBody>
      </p:sp>
    </p:spTree>
    <p:extLst>
      <p:ext uri="{BB962C8B-B14F-4D97-AF65-F5344CB8AC3E}">
        <p14:creationId xmlns:p14="http://schemas.microsoft.com/office/powerpoint/2010/main" val="2126307552"/>
      </p:ext>
    </p:extLst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Aft>
                <a:spcPts val="800"/>
              </a:spcAft>
              <a:defRPr sz="2800" b="0">
                <a:solidFill>
                  <a:srgbClr val="1F2937"/>
                </a:solidFill>
                <a:latin typeface="Arial"/>
              </a:defRPr>
            </a:pPr>
            <a:r>
              <a:t>Cadastros e relatórios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5" name="Picture 4" descr="categori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325880"/>
            <a:ext cx="5394960" cy="3374136"/>
          </a:xfrm>
          <a:prstGeom prst="rect">
            <a:avLst/>
          </a:prstGeom>
          <a:ln w="15240">
            <a:solidFill>
              <a:srgbClr val="CBD5E1"/>
            </a:solidFill>
          </a:ln>
        </p:spPr>
      </p:pic>
      <p:pic>
        <p:nvPicPr>
          <p:cNvPr id="6" name="Picture 5" descr="relatorio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9632" y="1325880"/>
            <a:ext cx="5394960" cy="3374136"/>
          </a:xfrm>
          <a:prstGeom prst="rect">
            <a:avLst/>
          </a:prstGeom>
          <a:ln w="15240">
            <a:solidFill>
              <a:srgbClr val="CBD5E1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594360" y="4773168"/>
            <a:ext cx="5394960" cy="29260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Aft>
                <a:spcPts val="800"/>
              </a:spcAft>
              <a:defRPr sz="1400" b="1">
                <a:solidFill>
                  <a:srgbClr val="005A9C"/>
                </a:solidFill>
                <a:latin typeface="Arial"/>
              </a:defRPr>
            </a:pPr>
            <a:r>
              <a:t>Cadastro e pesquisa de categorias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99632" y="4773168"/>
            <a:ext cx="5394960" cy="29260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Aft>
                <a:spcPts val="800"/>
              </a:spcAft>
              <a:defRPr sz="1400" b="1">
                <a:solidFill>
                  <a:srgbClr val="005A9C"/>
                </a:solidFill>
                <a:latin typeface="Arial"/>
              </a:defRPr>
            </a:pPr>
            <a:r>
              <a:t>Inventário e relatório de movimentações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285232"/>
            <a:ext cx="10332720" cy="7315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475569"/>
                </a:solidFill>
                <a:latin typeface="Arial"/>
              </a:defRPr>
            </a:pPr>
            <a:r>
              <a:t>As telas utilizam a mesma identidade visual e consomem os dados reais da API Flask.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889acd53-d511-4a94-a5e5-837e64acad16" xsi:nil="true"/>
    <lcf76f155ced4ddcb4097134ff3c332f xmlns="9d4474ce-363f-42da-a7f3-09d8f65ffd07">
      <Terms xmlns="http://schemas.microsoft.com/office/infopath/2007/PartnerControls"/>
    </lcf76f155ced4ddcb4097134ff3c332f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48268DEE63B2E14D809D1CEE6FDCF6EC" ma:contentTypeVersion="11" ma:contentTypeDescription="Crie um novo documento." ma:contentTypeScope="" ma:versionID="894b84db53ce1f2a361353352aa5ee6c">
  <xsd:schema xmlns:xsd="http://www.w3.org/2001/XMLSchema" xmlns:xs="http://www.w3.org/2001/XMLSchema" xmlns:p="http://schemas.microsoft.com/office/2006/metadata/properties" xmlns:ns2="9d4474ce-363f-42da-a7f3-09d8f65ffd07" xmlns:ns3="889acd53-d511-4a94-a5e5-837e64acad16" targetNamespace="http://schemas.microsoft.com/office/2006/metadata/properties" ma:root="true" ma:fieldsID="3c857d3d784d38ab03f80723f0c4ea33" ns2:_="" ns3:_="">
    <xsd:import namespace="9d4474ce-363f-42da-a7f3-09d8f65ffd07"/>
    <xsd:import namespace="889acd53-d511-4a94-a5e5-837e64acad16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d4474ce-363f-42da-a7f3-09d8f65ffd0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2" nillable="true" ma:taxonomy="true" ma:internalName="lcf76f155ced4ddcb4097134ff3c332f" ma:taxonomyFieldName="MediaServiceImageTags" ma:displayName="Marcações de imagem" ma:readOnly="false" ma:fieldId="{5cf76f15-5ced-4ddc-b409-7134ff3c332f}" ma:taxonomyMulti="true" ma:sspId="de1247d9-ddd9-465a-a77d-064c3f50fd4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4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SearchProperties" ma:index="18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89acd53-d511-4a94-a5e5-837e64acad16" elementFormDefault="qualified">
    <xsd:import namespace="http://schemas.microsoft.com/office/2006/documentManagement/types"/>
    <xsd:import namespace="http://schemas.microsoft.com/office/infopath/2007/PartnerControls"/>
    <xsd:element name="TaxCatchAll" ma:index="13" nillable="true" ma:displayName="Taxonomy Catch All Column" ma:hidden="true" ma:list="{e1348ade-fb1f-454c-911d-97d84b87820b}" ma:internalName="TaxCatchAll" ma:showField="CatchAllData" ma:web="889acd53-d511-4a94-a5e5-837e64acad16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2506F3F-8752-4E54-BBAA-42470D07C832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E2858925-6B66-4094-B4C1-011C0206D86F}">
  <ds:schemaRefs>
    <ds:schemaRef ds:uri="http://schemas.microsoft.com/office/2006/metadata/properties"/>
    <ds:schemaRef ds:uri="http://schemas.openxmlformats.org/package/2006/metadata/core-properties"/>
    <ds:schemaRef ds:uri="http://schemas.microsoft.com/office/infopath/2007/PartnerControls"/>
    <ds:schemaRef ds:uri="http://schemas.microsoft.com/office/2006/documentManagement/types"/>
    <ds:schemaRef ds:uri="http://purl.org/dc/dcmitype/"/>
    <ds:schemaRef ds:uri="http://purl.org/dc/terms/"/>
    <ds:schemaRef ds:uri="9d4474ce-363f-42da-a7f3-09d8f65ffd07"/>
    <ds:schemaRef ds:uri="http://www.w3.org/XML/1998/namespace"/>
    <ds:schemaRef ds:uri="889acd53-d511-4a94-a5e5-837e64acad16"/>
    <ds:schemaRef ds:uri="http://purl.org/dc/elements/1.1/"/>
  </ds:schemaRefs>
</ds:datastoreItem>
</file>

<file path=customXml/itemProps3.xml><?xml version="1.0" encoding="utf-8"?>
<ds:datastoreItem xmlns:ds="http://schemas.openxmlformats.org/officeDocument/2006/customXml" ds:itemID="{CFD98983-E93B-4D8B-9EBE-C9E3DDA6BB5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d4474ce-363f-42da-a7f3-09d8f65ffd07"/>
    <ds:schemaRef ds:uri="889acd53-d511-4a94-a5e5-837e64acad1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017214be-db5f-4bbd-98b9-2d823fbbb11d}" enabled="1" method="Privileged" siteId="{5a81292e-fa6c-4e1a-80da-be24300780bf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428</TotalTime>
  <Words>199</Words>
  <Application>Microsoft Office PowerPoint</Application>
  <PresentationFormat>Widescreen</PresentationFormat>
  <Paragraphs>25</Paragraphs>
  <Slides>8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Geogrotesque Md</vt:lpstr>
      <vt:lpstr>Tema do Office</vt:lpstr>
      <vt:lpstr>Arquitetura de Sistemas Ciberfísicos e Modelagem </vt:lpstr>
      <vt:lpstr>Informações sobre o projeto</vt:lpstr>
      <vt:lpstr>Objetivos</vt:lpstr>
      <vt:lpstr>Desenvolvimento</vt:lpstr>
      <vt:lpstr>Funcionalidades</vt:lpstr>
      <vt:lpstr>Dificuldades</vt:lpstr>
      <vt:lpstr>GitHub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Sistema para Controle de Estoque</dc:title>
  <dc:creator>Edypho, Lucas e Nicollas</dc:creator>
  <cp:lastModifiedBy>BRUNO KOSTIUK</cp:lastModifiedBy>
  <cp:revision>6</cp:revision>
  <dcterms:created xsi:type="dcterms:W3CDTF">2024-12-30T16:53:11Z</dcterms:created>
  <dcterms:modified xsi:type="dcterms:W3CDTF">2026-06-26T22:35:22Z</dcterms:modified>
  <dc:subject>Projeto acadêmico de ADS</dc:subject>
  <dc:description>Apresentação criada a partir do template fornecido pela instituição.</dc:description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0x01010048268DEE63B2E14D809D1CEE6FDCF6EC</vt:lpwstr>
  </property>
</Properties>
</file>