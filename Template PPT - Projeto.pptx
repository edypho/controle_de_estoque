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256" r:id="rId5"/>
    <p:sldId id="260" r:id="rId6"/>
    <p:sldId id="261" r:id="rId7"/>
    <p:sldId id="262" r:id="rId8"/>
    <p:sldId id="263" r:id="rId9"/>
    <p:sldId id="264" r:id="rId10"/>
    <p:sldId id="265" r:id="rId11"/>
    <p:sldId id="259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8AEEFED-A8A7-4543-B9B6-D38920004407}" v="7" dt="2026-06-26T22:35:11.4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52" autoAdjust="0"/>
    <p:restoredTop sz="94660"/>
  </p:normalViewPr>
  <p:slideViewPr>
    <p:cSldViewPr snapToGrid="0">
      <p:cViewPr varScale="1">
        <p:scale>
          <a:sx n="147" d="100"/>
          <a:sy n="147" d="100"/>
        </p:scale>
        <p:origin x="23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UNO KOSTIUK" userId="f1960def-9a98-474c-8ced-dd156e013716" providerId="ADAL" clId="{2B2E5DDA-E6A6-450D-B02B-3230EBB8E812}"/>
    <pc:docChg chg="undo redo custSel addSld delSld modSld">
      <pc:chgData name="BRUNO KOSTIUK" userId="f1960def-9a98-474c-8ced-dd156e013716" providerId="ADAL" clId="{2B2E5DDA-E6A6-450D-B02B-3230EBB8E812}" dt="2026-06-26T22:33:59.797" v="1980" actId="242"/>
      <pc:docMkLst>
        <pc:docMk/>
      </pc:docMkLst>
      <pc:sldChg chg="addSp modSp mod">
        <pc:chgData name="BRUNO KOSTIUK" userId="f1960def-9a98-474c-8ced-dd156e013716" providerId="ADAL" clId="{2B2E5DDA-E6A6-450D-B02B-3230EBB8E812}" dt="2026-06-26T22:33:59.797" v="1980" actId="242"/>
        <pc:sldMkLst>
          <pc:docMk/>
          <pc:sldMk cId="1198054014" sldId="256"/>
        </pc:sldMkLst>
        <pc:spChg chg="add mod">
          <ac:chgData name="BRUNO KOSTIUK" userId="f1960def-9a98-474c-8ced-dd156e013716" providerId="ADAL" clId="{2B2E5DDA-E6A6-450D-B02B-3230EBB8E812}" dt="2026-06-26T22:33:50.670" v="1979" actId="14100"/>
          <ac:spMkLst>
            <pc:docMk/>
            <pc:sldMk cId="1198054014" sldId="256"/>
            <ac:spMk id="2" creationId="{6DFED2CE-AEE4-88EB-446D-086A8EE5E7A1}"/>
          </ac:spMkLst>
        </pc:spChg>
        <pc:spChg chg="add mod">
          <ac:chgData name="BRUNO KOSTIUK" userId="f1960def-9a98-474c-8ced-dd156e013716" providerId="ADAL" clId="{2B2E5DDA-E6A6-450D-B02B-3230EBB8E812}" dt="2026-06-26T22:33:59.797" v="1980" actId="242"/>
          <ac:spMkLst>
            <pc:docMk/>
            <pc:sldMk cId="1198054014" sldId="256"/>
            <ac:spMk id="3" creationId="{08417B08-6E0D-9D8E-3C11-76BFC1C53953}"/>
          </ac:spMkLst>
        </pc:spChg>
        <pc:spChg chg="mod">
          <ac:chgData name="BRUNO KOSTIUK" userId="f1960def-9a98-474c-8ced-dd156e013716" providerId="ADAL" clId="{2B2E5DDA-E6A6-450D-B02B-3230EBB8E812}" dt="2026-06-26T22:33:05.341" v="1974" actId="1076"/>
          <ac:spMkLst>
            <pc:docMk/>
            <pc:sldMk cId="1198054014" sldId="256"/>
            <ac:spMk id="7" creationId="{15DC0350-2C41-48CF-F69F-AFDC8A17D067}"/>
          </ac:spMkLst>
        </pc:spChg>
      </pc:sldChg>
      <pc:sldChg chg="modSp mod">
        <pc:chgData name="BRUNO KOSTIUK" userId="f1960def-9a98-474c-8ced-dd156e013716" providerId="ADAL" clId="{2B2E5DDA-E6A6-450D-B02B-3230EBB8E812}" dt="2026-06-26T22:31:58.026" v="1873" actId="20577"/>
        <pc:sldMkLst>
          <pc:docMk/>
          <pc:sldMk cId="3919308595" sldId="260"/>
        </pc:sldMkLst>
        <pc:spChg chg="mod">
          <ac:chgData name="BRUNO KOSTIUK" userId="f1960def-9a98-474c-8ced-dd156e013716" providerId="ADAL" clId="{2B2E5DDA-E6A6-450D-B02B-3230EBB8E812}" dt="2026-06-26T22:24:17.408" v="366" actId="20577"/>
          <ac:spMkLst>
            <pc:docMk/>
            <pc:sldMk cId="3919308595" sldId="260"/>
            <ac:spMk id="4" creationId="{CB72E6D1-E7F1-6339-7DDB-A3DD179DD989}"/>
          </ac:spMkLst>
        </pc:spChg>
        <pc:spChg chg="mod">
          <ac:chgData name="BRUNO KOSTIUK" userId="f1960def-9a98-474c-8ced-dd156e013716" providerId="ADAL" clId="{2B2E5DDA-E6A6-450D-B02B-3230EBB8E812}" dt="2026-06-26T22:31:58.026" v="1873" actId="20577"/>
          <ac:spMkLst>
            <pc:docMk/>
            <pc:sldMk cId="3919308595" sldId="260"/>
            <ac:spMk id="6" creationId="{405FFCEB-EC8C-7DFA-2AD1-CC92D8FE6689}"/>
          </ac:spMkLst>
        </pc:spChg>
      </pc:sldChg>
      <pc:sldChg chg="modSp add mod">
        <pc:chgData name="BRUNO KOSTIUK" userId="f1960def-9a98-474c-8ced-dd156e013716" providerId="ADAL" clId="{2B2E5DDA-E6A6-450D-B02B-3230EBB8E812}" dt="2026-06-26T22:26:11.214" v="729" actId="20577"/>
        <pc:sldMkLst>
          <pc:docMk/>
          <pc:sldMk cId="64312404" sldId="261"/>
        </pc:sldMkLst>
        <pc:spChg chg="mod">
          <ac:chgData name="BRUNO KOSTIUK" userId="f1960def-9a98-474c-8ced-dd156e013716" providerId="ADAL" clId="{2B2E5DDA-E6A6-450D-B02B-3230EBB8E812}" dt="2026-06-26T22:25:42.562" v="614" actId="20577"/>
          <ac:spMkLst>
            <pc:docMk/>
            <pc:sldMk cId="64312404" sldId="261"/>
            <ac:spMk id="4" creationId="{46F456AD-CB06-C5F1-9C79-D6B702E2D3AC}"/>
          </ac:spMkLst>
        </pc:spChg>
        <pc:spChg chg="mod">
          <ac:chgData name="BRUNO KOSTIUK" userId="f1960def-9a98-474c-8ced-dd156e013716" providerId="ADAL" clId="{2B2E5DDA-E6A6-450D-B02B-3230EBB8E812}" dt="2026-06-26T22:26:11.214" v="729" actId="20577"/>
          <ac:spMkLst>
            <pc:docMk/>
            <pc:sldMk cId="64312404" sldId="261"/>
            <ac:spMk id="6" creationId="{FB26EBA1-1C5B-EC3B-A936-C3A4DB0C34C6}"/>
          </ac:spMkLst>
        </pc:spChg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918788387" sldId="261"/>
        </pc:sldMkLst>
      </pc:sldChg>
      <pc:sldChg chg="modSp add mod">
        <pc:chgData name="BRUNO KOSTIUK" userId="f1960def-9a98-474c-8ced-dd156e013716" providerId="ADAL" clId="{2B2E5DDA-E6A6-450D-B02B-3230EBB8E812}" dt="2026-06-26T22:32:34.472" v="1967" actId="5793"/>
        <pc:sldMkLst>
          <pc:docMk/>
          <pc:sldMk cId="3170160259" sldId="262"/>
        </pc:sldMkLst>
        <pc:spChg chg="mod">
          <ac:chgData name="BRUNO KOSTIUK" userId="f1960def-9a98-474c-8ced-dd156e013716" providerId="ADAL" clId="{2B2E5DDA-E6A6-450D-B02B-3230EBB8E812}" dt="2026-06-26T22:26:27.654" v="753" actId="20577"/>
          <ac:spMkLst>
            <pc:docMk/>
            <pc:sldMk cId="3170160259" sldId="262"/>
            <ac:spMk id="4" creationId="{AEFD72E2-3AB0-ECF7-6723-AF43A05DEA1D}"/>
          </ac:spMkLst>
        </pc:spChg>
        <pc:spChg chg="mod">
          <ac:chgData name="BRUNO KOSTIUK" userId="f1960def-9a98-474c-8ced-dd156e013716" providerId="ADAL" clId="{2B2E5DDA-E6A6-450D-B02B-3230EBB8E812}" dt="2026-06-26T22:32:34.472" v="1967" actId="5793"/>
          <ac:spMkLst>
            <pc:docMk/>
            <pc:sldMk cId="3170160259" sldId="262"/>
            <ac:spMk id="6" creationId="{94B73CBC-789C-BD59-BA6C-5BC983854EDA}"/>
          </ac:spMkLst>
        </pc:spChg>
      </pc:sldChg>
      <pc:sldChg chg="modSp add mod">
        <pc:chgData name="BRUNO KOSTIUK" userId="f1960def-9a98-474c-8ced-dd156e013716" providerId="ADAL" clId="{2B2E5DDA-E6A6-450D-B02B-3230EBB8E812}" dt="2026-06-26T22:29:10.586" v="1400" actId="20577"/>
        <pc:sldMkLst>
          <pc:docMk/>
          <pc:sldMk cId="828116692" sldId="263"/>
        </pc:sldMkLst>
        <pc:spChg chg="mod">
          <ac:chgData name="BRUNO KOSTIUK" userId="f1960def-9a98-474c-8ced-dd156e013716" providerId="ADAL" clId="{2B2E5DDA-E6A6-450D-B02B-3230EBB8E812}" dt="2026-06-26T22:27:09.202" v="898" actId="20577"/>
          <ac:spMkLst>
            <pc:docMk/>
            <pc:sldMk cId="828116692" sldId="263"/>
            <ac:spMk id="4" creationId="{DA1D8A32-44FC-2FBE-7674-FE1756642A37}"/>
          </ac:spMkLst>
        </pc:spChg>
        <pc:spChg chg="mod">
          <ac:chgData name="BRUNO KOSTIUK" userId="f1960def-9a98-474c-8ced-dd156e013716" providerId="ADAL" clId="{2B2E5DDA-E6A6-450D-B02B-3230EBB8E812}" dt="2026-06-26T22:29:10.586" v="1400" actId="20577"/>
          <ac:spMkLst>
            <pc:docMk/>
            <pc:sldMk cId="828116692" sldId="263"/>
            <ac:spMk id="6" creationId="{1BA0F125-EA6D-39F4-3E26-DB7F6CAE5D5B}"/>
          </ac:spMkLst>
        </pc:spChg>
      </pc:sldChg>
      <pc:sldChg chg="modSp add mod">
        <pc:chgData name="BRUNO KOSTIUK" userId="f1960def-9a98-474c-8ced-dd156e013716" providerId="ADAL" clId="{2B2E5DDA-E6A6-450D-B02B-3230EBB8E812}" dt="2026-06-26T22:28:13.604" v="1160" actId="20577"/>
        <pc:sldMkLst>
          <pc:docMk/>
          <pc:sldMk cId="1765950118" sldId="264"/>
        </pc:sldMkLst>
        <pc:spChg chg="mod">
          <ac:chgData name="BRUNO KOSTIUK" userId="f1960def-9a98-474c-8ced-dd156e013716" providerId="ADAL" clId="{2B2E5DDA-E6A6-450D-B02B-3230EBB8E812}" dt="2026-06-26T22:27:41.141" v="1007" actId="20577"/>
          <ac:spMkLst>
            <pc:docMk/>
            <pc:sldMk cId="1765950118" sldId="264"/>
            <ac:spMk id="4" creationId="{6EF16792-4F8F-7C08-3BA5-EFD5F828E4B4}"/>
          </ac:spMkLst>
        </pc:spChg>
        <pc:spChg chg="mod">
          <ac:chgData name="BRUNO KOSTIUK" userId="f1960def-9a98-474c-8ced-dd156e013716" providerId="ADAL" clId="{2B2E5DDA-E6A6-450D-B02B-3230EBB8E812}" dt="2026-06-26T22:28:13.604" v="1160" actId="20577"/>
          <ac:spMkLst>
            <pc:docMk/>
            <pc:sldMk cId="1765950118" sldId="264"/>
            <ac:spMk id="6" creationId="{FB3C2F66-B039-CE9A-E10C-6EB6391E6BE6}"/>
          </ac:spMkLst>
        </pc:spChg>
      </pc:sldChg>
      <pc:sldChg chg="modSp add mod">
        <pc:chgData name="BRUNO KOSTIUK" userId="f1960def-9a98-474c-8ced-dd156e013716" providerId="ADAL" clId="{2B2E5DDA-E6A6-450D-B02B-3230EBB8E812}" dt="2026-06-26T22:31:04.851" v="1716" actId="20577"/>
        <pc:sldMkLst>
          <pc:docMk/>
          <pc:sldMk cId="2191148001" sldId="265"/>
        </pc:sldMkLst>
        <pc:spChg chg="mod">
          <ac:chgData name="BRUNO KOSTIUK" userId="f1960def-9a98-474c-8ced-dd156e013716" providerId="ADAL" clId="{2B2E5DDA-E6A6-450D-B02B-3230EBB8E812}" dt="2026-06-26T22:29:27.106" v="1407" actId="20577"/>
          <ac:spMkLst>
            <pc:docMk/>
            <pc:sldMk cId="2191148001" sldId="265"/>
            <ac:spMk id="4" creationId="{49A34A33-D76C-1359-A81E-53F8B7E04EB9}"/>
          </ac:spMkLst>
        </pc:spChg>
        <pc:spChg chg="mod">
          <ac:chgData name="BRUNO KOSTIUK" userId="f1960def-9a98-474c-8ced-dd156e013716" providerId="ADAL" clId="{2B2E5DDA-E6A6-450D-B02B-3230EBB8E812}" dt="2026-06-26T22:31:04.851" v="1716" actId="20577"/>
          <ac:spMkLst>
            <pc:docMk/>
            <pc:sldMk cId="2191148001" sldId="265"/>
            <ac:spMk id="6" creationId="{8395ECBC-0748-145F-6AD3-C54F84EF36DF}"/>
          </ac:spMkLst>
        </pc:spChg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60116319" sldId="270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252958330" sldId="274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1629555318" sldId="275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3319584890" sldId="276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4248344796" sldId="277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3613987348" sldId="278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1520693634" sldId="279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2852270535" sldId="281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1006880397" sldId="282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3202973764" sldId="283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4041688809" sldId="284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4157221184" sldId="285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2371275496" sldId="286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2306801748" sldId="287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695307859" sldId="288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2464591728" sldId="290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2249546045" sldId="291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1505617814" sldId="292"/>
        </pc:sldMkLst>
      </pc:sldChg>
      <pc:sldChg chg="del">
        <pc:chgData name="BRUNO KOSTIUK" userId="f1960def-9a98-474c-8ced-dd156e013716" providerId="ADAL" clId="{2B2E5DDA-E6A6-450D-B02B-3230EBB8E812}" dt="2026-06-26T22:15:06.483" v="0" actId="47"/>
        <pc:sldMkLst>
          <pc:docMk/>
          <pc:sldMk cId="985770119" sldId="293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319FE7-FE5F-42F6-BB8A-8EF12BF63772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7FD6D4-2804-4AF1-B907-9443F96421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5637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782277-B002-D663-3DD5-D2F19A24B6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532B347-80D7-B6C8-C85F-9788839A49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286ECE6-CEE4-9E01-B705-57D1E9200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6873-2674-4C65-B5DF-B60B4295D2D8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A34B3F-A5C8-8FBD-C258-CBB1D024B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07E4F8-C7D5-9686-F997-A0A4F9F17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A112-AC20-4F49-951C-71F9C2CB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4078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B8EA5B-E885-9684-CA94-C1DC0CCD2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48A4A54-DAC1-2846-A7A7-0E22034989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CC416B-22F1-6C80-7A42-6D4E56918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6873-2674-4C65-B5DF-B60B4295D2D8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B25DA0C-ED73-934A-0027-9A95DC08C2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51755A6-3518-D0D7-8441-4F932D83C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A112-AC20-4F49-951C-71F9C2CB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8113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7E2E36-75A8-318D-E73D-113D21CDED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BB0C238-5B55-9EAC-F84A-D5FCB5732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D78E13A-7A75-99A2-EE7E-52E9114ED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6873-2674-4C65-B5DF-B60B4295D2D8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A47FD-860C-5D09-FD10-DCA2B03AF6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7028E71-4B98-0505-55B5-623B4E9A2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A112-AC20-4F49-951C-71F9C2CB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7477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48E27F-C3F1-E071-E283-9BE8038C7E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E6745C7-59EF-E2FC-2C1C-DD448166A5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3BE4F04-510E-A6DD-033B-2408CC190D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7BEDAD4-64E8-E133-3930-24D26B0E4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6873-2674-4C65-B5DF-B60B4295D2D8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CFC4CF1-E7DB-3DAF-0E3A-C062D99E7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96E0E77-80A0-2430-6A2C-34CE16C5B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A112-AC20-4F49-951C-71F9C2CB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60361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0062D4-4CDA-6B74-1320-D066878B2F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B0C0205-0413-70CB-F1AB-25A4D5EC43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09AC2C8-FA19-A0E9-CF64-F970B60F66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84D7FE2-C81B-452F-E85A-CE938C07D2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2B1AF5F-1C19-9472-2A53-ECCBCA69E9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A760677-6E6B-DF3A-DA0C-9A3079792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6873-2674-4C65-B5DF-B60B4295D2D8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69B8E4D-1FBA-6EDD-F26B-72F102CE6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88309F8-5B45-3517-7A0A-9BADB5E06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A112-AC20-4F49-951C-71F9C2CB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147927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F1A433-547C-D47C-81A7-C349927BF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3259154-61F8-6132-4520-E21293B91B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6873-2674-4C65-B5DF-B60B4295D2D8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40EEA95-A810-C356-DF10-9339AE0E4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251E5EA-A3AA-661B-3397-B31FDD9D1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A112-AC20-4F49-951C-71F9C2CB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16890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4354B4B-81D5-875F-41A6-19A6C0128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6873-2674-4C65-B5DF-B60B4295D2D8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2A73DE1-751D-BE1D-7533-E15A759EB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F6998C-50E1-E0DF-7635-5CC766AF4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A112-AC20-4F49-951C-71F9C2CB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4438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B26B21-B8A1-E6B0-7DFE-B14C11554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F06E56-137D-451A-E8E7-5DA70029E5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7002955-C78C-A29B-DD9B-E7F26BCB47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E1A7A9E-8AE0-63D9-36B5-1CB1DACD1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6873-2674-4C65-B5DF-B60B4295D2D8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8D1EE28-078A-A2FE-7226-847E31FFD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3735962-8913-99EB-B3FE-844D170C1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A112-AC20-4F49-951C-71F9C2CB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6555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6ED8F9-A1BB-1AA8-465A-725F0F1D1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4BD7EF06-A53C-769C-8C7A-111196A91E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0BDB8A5-3203-6422-0E04-001AB71CD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5FF746E-E0AD-7BA1-B6F2-8F2DD721BD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6873-2674-4C65-B5DF-B60B4295D2D8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7922818-B91A-3099-90CE-1638D0A68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902768-560C-E557-6307-DF6C9A6E8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A112-AC20-4F49-951C-71F9C2CB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506667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0D8E40-BA0D-FDB9-31EE-B6BDAEDC1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0690E05-DBA1-A2DA-4449-D77F2A1D8B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6D78058-4CF6-8328-8C1A-4FD702558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6873-2674-4C65-B5DF-B60B4295D2D8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ED9AC90-DEE4-D375-2E18-CA18926D4D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4985FCF-07E6-F8EE-2CCA-DE340EDC5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A112-AC20-4F49-951C-71F9C2CB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4787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5CD1C17-0118-C071-E8D9-41C7F6A36F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6C99CA2-4E73-2C17-A54E-316FF6382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061F762-911C-B2A4-4792-534DEA463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F6873-2674-4C65-B5DF-B60B4295D2D8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5F4812-CFD8-7EC9-5D04-236A859042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7C92B0-F767-857B-1948-C2CD05A22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9DA112-AC20-4F49-951C-71F9C2CB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58793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71FBA84-5BF7-7639-2245-25D1A7BA5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1790D8C-CE82-08B4-1069-180A9A3EC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F171FBC-4057-CBFD-B32A-3E92842F3A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3F6873-2674-4C65-B5DF-B60B4295D2D8}" type="datetimeFigureOut">
              <a:rPr lang="pt-BR" smtClean="0"/>
              <a:t>26/06/2026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03953C9-65AA-298E-F761-12301CA5B2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707A361-F858-83B5-6057-7B6DE98FB4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9DA112-AC20-4F49-951C-71F9C2CB761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92272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Padrão do plano de fundo&#10;&#10;Descrição gerada automaticamente">
            <a:extLst>
              <a:ext uri="{FF2B5EF4-FFF2-40B4-BE49-F238E27FC236}">
                <a16:creationId xmlns:a16="http://schemas.microsoft.com/office/drawing/2014/main" id="{310139F8-381C-3F40-89B8-384A6B584F1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7" name="Título 1">
            <a:extLst>
              <a:ext uri="{FF2B5EF4-FFF2-40B4-BE49-F238E27FC236}">
                <a16:creationId xmlns:a16="http://schemas.microsoft.com/office/drawing/2014/main" id="{15DC0350-2C41-48CF-F69F-AFDC8A17D0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91158"/>
            <a:ext cx="9216593" cy="960064"/>
          </a:xfrm>
        </p:spPr>
        <p:txBody>
          <a:bodyPr>
            <a:noAutofit/>
          </a:bodyPr>
          <a:lstStyle/>
          <a:p>
            <a:r>
              <a:rPr lang="pt-BR" sz="4000" dirty="0">
                <a:solidFill>
                  <a:schemeClr val="bg1"/>
                </a:solidFill>
                <a:latin typeface="Geogrotesque Md" panose="02000000000000000000" pitchFamily="50" charset="0"/>
              </a:rPr>
              <a:t>Arquitetura de Sistemas </a:t>
            </a:r>
            <a:r>
              <a:rPr lang="pt-BR" sz="4000" dirty="0" err="1">
                <a:solidFill>
                  <a:schemeClr val="bg1"/>
                </a:solidFill>
                <a:latin typeface="Geogrotesque Md" panose="02000000000000000000" pitchFamily="50" charset="0"/>
              </a:rPr>
              <a:t>Ciberfísicos</a:t>
            </a:r>
            <a:r>
              <a:rPr lang="pt-BR" sz="4000" dirty="0">
                <a:solidFill>
                  <a:schemeClr val="bg1"/>
                </a:solidFill>
                <a:latin typeface="Geogrotesque Md" panose="02000000000000000000" pitchFamily="50" charset="0"/>
              </a:rPr>
              <a:t> e Modelagem 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DFED2CE-AEE4-88EB-446D-086A8EE5E7A1}"/>
              </a:ext>
            </a:extLst>
          </p:cNvPr>
          <p:cNvSpPr txBox="1">
            <a:spLocks/>
          </p:cNvSpPr>
          <p:nvPr/>
        </p:nvSpPr>
        <p:spPr>
          <a:xfrm>
            <a:off x="1130395" y="1542379"/>
            <a:ext cx="7443019" cy="2134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dirty="0">
                <a:solidFill>
                  <a:srgbClr val="FF0000"/>
                </a:solidFill>
                <a:latin typeface="Geogrotesque Md" panose="02000000000000000000" pitchFamily="50" charset="0"/>
              </a:rPr>
              <a:t>TEMA DO PROJETO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08417B08-6E0D-9D8E-3C11-76BFC1C53953}"/>
              </a:ext>
            </a:extLst>
          </p:cNvPr>
          <p:cNvSpPr txBox="1">
            <a:spLocks/>
          </p:cNvSpPr>
          <p:nvPr/>
        </p:nvSpPr>
        <p:spPr>
          <a:xfrm>
            <a:off x="4351506" y="3429001"/>
            <a:ext cx="5800929" cy="194066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pt-BR" sz="2800" dirty="0">
                <a:solidFill>
                  <a:schemeClr val="bg1"/>
                </a:solidFill>
                <a:latin typeface="Geogrotesque Md" panose="02000000000000000000" pitchFamily="50" charset="0"/>
              </a:rPr>
              <a:t>Equipe: </a:t>
            </a:r>
            <a:r>
              <a:rPr lang="pt-BR" sz="2800" dirty="0">
                <a:solidFill>
                  <a:srgbClr val="FF0000"/>
                </a:solidFill>
                <a:latin typeface="Geogrotesque Md" panose="02000000000000000000" pitchFamily="50" charset="0"/>
              </a:rPr>
              <a:t>99</a:t>
            </a:r>
          </a:p>
          <a:p>
            <a:pPr algn="l"/>
            <a:r>
              <a:rPr lang="pt-BR" sz="2800" dirty="0">
                <a:solidFill>
                  <a:schemeClr val="bg1"/>
                </a:solidFill>
                <a:latin typeface="Geogrotesque Md" panose="02000000000000000000" pitchFamily="50" charset="0"/>
              </a:rPr>
              <a:t>Alunos:  </a:t>
            </a:r>
            <a:r>
              <a:rPr lang="pt-BR" sz="2800" dirty="0">
                <a:solidFill>
                  <a:srgbClr val="FF0000"/>
                </a:solidFill>
                <a:latin typeface="Geogrotesque Md" panose="02000000000000000000" pitchFamily="50" charset="0"/>
              </a:rPr>
              <a:t>Aluno1 (RU: 1111111)</a:t>
            </a:r>
          </a:p>
          <a:p>
            <a:pPr algn="l"/>
            <a:r>
              <a:rPr lang="pt-BR" sz="2800" dirty="0">
                <a:solidFill>
                  <a:srgbClr val="FF0000"/>
                </a:solidFill>
                <a:latin typeface="Geogrotesque Md" panose="02000000000000000000" pitchFamily="50" charset="0"/>
              </a:rPr>
              <a:t>	    Aluno2 (RU: 2222222)</a:t>
            </a:r>
            <a:br>
              <a:rPr lang="pt-BR" sz="2800" dirty="0">
                <a:solidFill>
                  <a:srgbClr val="FF0000"/>
                </a:solidFill>
                <a:latin typeface="Geogrotesque Md" panose="02000000000000000000" pitchFamily="50" charset="0"/>
              </a:rPr>
            </a:br>
            <a:r>
              <a:rPr lang="pt-BR" sz="2800" dirty="0">
                <a:solidFill>
                  <a:srgbClr val="FF0000"/>
                </a:solidFill>
                <a:latin typeface="Geogrotesque Md" panose="02000000000000000000" pitchFamily="50" charset="0"/>
              </a:rPr>
              <a:t>	    Aluno3 (RU: 3333333)</a:t>
            </a:r>
          </a:p>
        </p:txBody>
      </p:sp>
    </p:spTree>
    <p:extLst>
      <p:ext uri="{BB962C8B-B14F-4D97-AF65-F5344CB8AC3E}">
        <p14:creationId xmlns:p14="http://schemas.microsoft.com/office/powerpoint/2010/main" val="1198054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B7819-34B2-80F9-58E8-A8A7DD512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88FAF319-D9B2-3C08-66C8-0C8F7A72595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CB72E6D1-E7F1-6339-7DDB-A3DD179DD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/>
          <a:lstStyle/>
          <a:p>
            <a:r>
              <a:rPr lang="pt-BR" dirty="0"/>
              <a:t>Informações sobre o projeto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05FFCEB-EC8C-7DFA-2AD1-CC92D8FE66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Descreva seu projeto, como foi a divisão de trabalho no projeto (vale lembrar que todos os alunos devem conhecer todo o código do projeto)</a:t>
            </a:r>
          </a:p>
        </p:txBody>
      </p:sp>
    </p:spTree>
    <p:extLst>
      <p:ext uri="{BB962C8B-B14F-4D97-AF65-F5344CB8AC3E}">
        <p14:creationId xmlns:p14="http://schemas.microsoft.com/office/powerpoint/2010/main" val="39193085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F7DAAF-F513-D9A8-FDDB-7E1397B94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3D23E16F-EB57-DD29-3972-2D422C8557B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46F456AD-CB06-C5F1-9C79-D6B702E2D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/>
          <a:lstStyle/>
          <a:p>
            <a:r>
              <a:rPr lang="pt-BR" dirty="0"/>
              <a:t>Objetivos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B26EBA1-1C5B-EC3B-A936-C3A4DB0C34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Descrever aqui os objetivos do projeto, ou seja, o que o sistema construído pretende realizar, qual seu objetivo.</a:t>
            </a:r>
          </a:p>
        </p:txBody>
      </p:sp>
    </p:spTree>
    <p:extLst>
      <p:ext uri="{BB962C8B-B14F-4D97-AF65-F5344CB8AC3E}">
        <p14:creationId xmlns:p14="http://schemas.microsoft.com/office/powerpoint/2010/main" val="643124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332742-A2BE-5A69-D9EB-8FF56CEB69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70A27F75-674B-C61F-1817-82841A810B4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AEFD72E2-3AB0-ECF7-6723-AF43A05DE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/>
          <a:lstStyle/>
          <a:p>
            <a:r>
              <a:rPr lang="pt-BR" dirty="0"/>
              <a:t>Desenvolvimento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4B73CBC-789C-BD59-BA6C-5BC983854E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Apresentar aqui como o projeto foi desenvolvido, onde foi desenvolvido, etc.</a:t>
            </a:r>
          </a:p>
          <a:p>
            <a:pPr marL="0" indent="0">
              <a:buNone/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701602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E7009-2E2E-F3D0-55C0-5C94B8E20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B26DC994-1037-B574-0956-14914E31BC8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DA1D8A32-44FC-2FBE-7674-FE1756642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/>
          <a:lstStyle/>
          <a:p>
            <a:r>
              <a:rPr lang="pt-BR" dirty="0"/>
              <a:t>Funcionalidades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BA0F125-EA6D-39F4-3E26-DB7F6CAE5D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Apresente aqui as funcionalidades do sistema.</a:t>
            </a:r>
          </a:p>
          <a:p>
            <a:r>
              <a:rPr lang="pt-BR" dirty="0"/>
              <a:t>Insira também prints do sistema funcionando, comprovando as funcionalidades.</a:t>
            </a:r>
          </a:p>
        </p:txBody>
      </p:sp>
    </p:spTree>
    <p:extLst>
      <p:ext uri="{BB962C8B-B14F-4D97-AF65-F5344CB8AC3E}">
        <p14:creationId xmlns:p14="http://schemas.microsoft.com/office/powerpoint/2010/main" val="828116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B7D44-176E-70C9-9A16-DB6D93994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804FB94B-D7E9-357E-0C61-03D8F07F222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6EF16792-4F8F-7C08-3BA5-EFD5F828E4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/>
          <a:lstStyle/>
          <a:p>
            <a:r>
              <a:rPr lang="pt-BR" dirty="0"/>
              <a:t>Dificuldades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B3C2F66-B039-CE9A-E10C-6EB6391E6B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Apresente aqui as dificuldades encontradas na construção do projeto.</a:t>
            </a:r>
          </a:p>
          <a:p>
            <a:r>
              <a:rPr lang="pt-BR" dirty="0"/>
              <a:t>Para cada dificuldade encontrada, apresente também qual solução foi adotada.</a:t>
            </a:r>
          </a:p>
        </p:txBody>
      </p:sp>
    </p:spTree>
    <p:extLst>
      <p:ext uri="{BB962C8B-B14F-4D97-AF65-F5344CB8AC3E}">
        <p14:creationId xmlns:p14="http://schemas.microsoft.com/office/powerpoint/2010/main" val="17659501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B1E530-6E46-5CD8-B858-40D0DCB31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Interface gráfica do usuário, Texto, Aplicativo&#10;&#10;Descrição gerada automaticamente">
            <a:extLst>
              <a:ext uri="{FF2B5EF4-FFF2-40B4-BE49-F238E27FC236}">
                <a16:creationId xmlns:a16="http://schemas.microsoft.com/office/drawing/2014/main" id="{5D66E3E8-2FC1-FAEE-F28E-121ABAD86A3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49A34A33-D76C-1359-A81E-53F8B7E04E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009651"/>
          </a:xfrm>
        </p:spPr>
        <p:txBody>
          <a:bodyPr/>
          <a:lstStyle/>
          <a:p>
            <a:r>
              <a:rPr lang="pt-BR" dirty="0"/>
              <a:t>GitHub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395ECBC-0748-145F-6AD3-C54F84EF36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Coloque aqui o link para o repositório do GitHub que seu projeto está armazenado.</a:t>
            </a:r>
          </a:p>
          <a:p>
            <a:endParaRPr lang="pt-BR" dirty="0"/>
          </a:p>
          <a:p>
            <a:r>
              <a:rPr lang="pt-BR" dirty="0"/>
              <a:t>Não esqueça de que o repositório </a:t>
            </a:r>
            <a:r>
              <a:rPr lang="pt-BR" dirty="0" err="1"/>
              <a:t>Git</a:t>
            </a:r>
            <a:r>
              <a:rPr lang="pt-BR" dirty="0"/>
              <a:t> deve ser público.</a:t>
            </a:r>
          </a:p>
          <a:p>
            <a:endParaRPr lang="pt-BR" dirty="0"/>
          </a:p>
          <a:p>
            <a:r>
              <a:rPr lang="pt-BR" dirty="0"/>
              <a:t>Todos os membros da equipe devem ter realizado pelo menos 1 </a:t>
            </a:r>
            <a:r>
              <a:rPr lang="pt-BR" dirty="0" err="1"/>
              <a:t>commit</a:t>
            </a:r>
            <a:r>
              <a:rPr lang="pt-BR" dirty="0"/>
              <a:t> no repositório.</a:t>
            </a:r>
          </a:p>
          <a:p>
            <a:endParaRPr lang="pt-BR" dirty="0"/>
          </a:p>
          <a:p>
            <a:r>
              <a:rPr lang="pt-BR" dirty="0"/>
              <a:t>Esse PPT deve ser armazenado também no Repositório </a:t>
            </a:r>
            <a:r>
              <a:rPr lang="pt-BR" dirty="0" err="1"/>
              <a:t>Git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911480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99B2A-DD23-001D-65D2-576807F45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 descr="Uma imagem contendo Padrão do plano de fundo&#10;&#10;Descrição gerada automaticamente">
            <a:extLst>
              <a:ext uri="{FF2B5EF4-FFF2-40B4-BE49-F238E27FC236}">
                <a16:creationId xmlns:a16="http://schemas.microsoft.com/office/drawing/2014/main" id="{196938A1-7F24-B68B-BD70-EA372DB170D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630755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89acd53-d511-4a94-a5e5-837e64acad16" xsi:nil="true"/>
    <lcf76f155ced4ddcb4097134ff3c332f xmlns="9d4474ce-363f-42da-a7f3-09d8f65ffd0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8268DEE63B2E14D809D1CEE6FDCF6EC" ma:contentTypeVersion="11" ma:contentTypeDescription="Crie um novo documento." ma:contentTypeScope="" ma:versionID="894b84db53ce1f2a361353352aa5ee6c">
  <xsd:schema xmlns:xsd="http://www.w3.org/2001/XMLSchema" xmlns:xs="http://www.w3.org/2001/XMLSchema" xmlns:p="http://schemas.microsoft.com/office/2006/metadata/properties" xmlns:ns2="9d4474ce-363f-42da-a7f3-09d8f65ffd07" xmlns:ns3="889acd53-d511-4a94-a5e5-837e64acad16" targetNamespace="http://schemas.microsoft.com/office/2006/metadata/properties" ma:root="true" ma:fieldsID="3c857d3d784d38ab03f80723f0c4ea33" ns2:_="" ns3:_="">
    <xsd:import namespace="9d4474ce-363f-42da-a7f3-09d8f65ffd07"/>
    <xsd:import namespace="889acd53-d511-4a94-a5e5-837e64acad1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4474ce-363f-42da-a7f3-09d8f65ffd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Marcações de imagem" ma:readOnly="false" ma:fieldId="{5cf76f15-5ced-4ddc-b409-7134ff3c332f}" ma:taxonomyMulti="true" ma:sspId="de1247d9-ddd9-465a-a77d-064c3f50fd4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89acd53-d511-4a94-a5e5-837e64acad16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e1348ade-fb1f-454c-911d-97d84b87820b}" ma:internalName="TaxCatchAll" ma:showField="CatchAllData" ma:web="889acd53-d511-4a94-a5e5-837e64acad1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2506F3F-8752-4E54-BBAA-42470D07C8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E2858925-6B66-4094-B4C1-011C0206D86F}">
  <ds:schemaRefs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purl.org/dc/terms/"/>
    <ds:schemaRef ds:uri="9d4474ce-363f-42da-a7f3-09d8f65ffd07"/>
    <ds:schemaRef ds:uri="http://www.w3.org/XML/1998/namespace"/>
    <ds:schemaRef ds:uri="889acd53-d511-4a94-a5e5-837e64acad16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CFD98983-E93B-4D8B-9EBE-C9E3DDA6BB5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d4474ce-363f-42da-a7f3-09d8f65ffd07"/>
    <ds:schemaRef ds:uri="889acd53-d511-4a94-a5e5-837e64acad1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017214be-db5f-4bbd-98b9-2d823fbbb11d}" enabled="1" method="Privileged" siteId="{5a81292e-fa6c-4e1a-80da-be24300780b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428</TotalTime>
  <Words>199</Words>
  <Application>Microsoft Office PowerPoint</Application>
  <PresentationFormat>Widescreen</PresentationFormat>
  <Paragraphs>25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Aptos</vt:lpstr>
      <vt:lpstr>Aptos Display</vt:lpstr>
      <vt:lpstr>Arial</vt:lpstr>
      <vt:lpstr>Geogrotesque Md</vt:lpstr>
      <vt:lpstr>Tema do Office</vt:lpstr>
      <vt:lpstr>Arquitetura de Sistemas Ciberfísicos e Modelagem </vt:lpstr>
      <vt:lpstr>Informações sobre o projeto</vt:lpstr>
      <vt:lpstr>Objetivos</vt:lpstr>
      <vt:lpstr>Desenvolvimento</vt:lpstr>
      <vt:lpstr>Funcionalidades</vt:lpstr>
      <vt:lpstr>Dificuldades</vt:lpstr>
      <vt:lpstr>GitHub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Projeto MiniCPS</dc:title>
  <dc:creator>BRUNO.K@uninter.com</dc:creator>
  <cp:lastModifiedBy>BRUNO KOSTIUK</cp:lastModifiedBy>
  <cp:revision>6</cp:revision>
  <dcterms:created xsi:type="dcterms:W3CDTF">2024-12-30T16:53:11Z</dcterms:created>
  <dcterms:modified xsi:type="dcterms:W3CDTF">2026-06-26T22:35:22Z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0x01010048268DEE63B2E14D809D1CEE6FDCF6EC</vt:lpwstr>
  </property>
</Properties>
</file>